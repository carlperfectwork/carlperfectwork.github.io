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Lst>
  <p:sldSz cx="7920038" cy="1008062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198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6B8A7-A50E-0FB4-99AA-81F2AB73EEF1}"/>
              </a:ext>
            </a:extLst>
          </p:cNvPr>
          <p:cNvSpPr>
            <a:spLocks noGrp="1"/>
          </p:cNvSpPr>
          <p:nvPr>
            <p:ph type="ctrTitle"/>
          </p:nvPr>
        </p:nvSpPr>
        <p:spPr>
          <a:xfrm>
            <a:off x="990005" y="1649770"/>
            <a:ext cx="5940029" cy="3509551"/>
          </a:xfrm>
        </p:spPr>
        <p:txBody>
          <a:bodyPr anchor="b"/>
          <a:lstStyle>
            <a:lvl1pPr algn="ctr">
              <a:defRPr sz="3898"/>
            </a:lvl1pPr>
          </a:lstStyle>
          <a:p>
            <a:r>
              <a:rPr lang="zh-CN" altLang="en-US"/>
              <a:t>单击此处编辑母版标题样式</a:t>
            </a:r>
          </a:p>
        </p:txBody>
      </p:sp>
      <p:sp>
        <p:nvSpPr>
          <p:cNvPr id="3" name="副标题 2">
            <a:extLst>
              <a:ext uri="{FF2B5EF4-FFF2-40B4-BE49-F238E27FC236}">
                <a16:creationId xmlns:a16="http://schemas.microsoft.com/office/drawing/2014/main" id="{8CA62131-F40A-A8F3-B5A9-774C750EBA49}"/>
              </a:ext>
            </a:extLst>
          </p:cNvPr>
          <p:cNvSpPr>
            <a:spLocks noGrp="1"/>
          </p:cNvSpPr>
          <p:nvPr>
            <p:ph type="subTitle" idx="1"/>
          </p:nvPr>
        </p:nvSpPr>
        <p:spPr>
          <a:xfrm>
            <a:off x="990005" y="5294662"/>
            <a:ext cx="5940029" cy="2433817"/>
          </a:xfrm>
        </p:spPr>
        <p:txBody>
          <a:bodyPr/>
          <a:lstStyle>
            <a:lvl1pPr marL="0" indent="0" algn="ctr">
              <a:buNone/>
              <a:defRPr sz="1559"/>
            </a:lvl1pPr>
            <a:lvl2pPr marL="296997" indent="0" algn="ctr">
              <a:buNone/>
              <a:defRPr sz="1299"/>
            </a:lvl2pPr>
            <a:lvl3pPr marL="593994" indent="0" algn="ctr">
              <a:buNone/>
              <a:defRPr sz="1169"/>
            </a:lvl3pPr>
            <a:lvl4pPr marL="890991" indent="0" algn="ctr">
              <a:buNone/>
              <a:defRPr sz="1039"/>
            </a:lvl4pPr>
            <a:lvl5pPr marL="1187988" indent="0" algn="ctr">
              <a:buNone/>
              <a:defRPr sz="1039"/>
            </a:lvl5pPr>
            <a:lvl6pPr marL="1484986" indent="0" algn="ctr">
              <a:buNone/>
              <a:defRPr sz="1039"/>
            </a:lvl6pPr>
            <a:lvl7pPr marL="1781983" indent="0" algn="ctr">
              <a:buNone/>
              <a:defRPr sz="1039"/>
            </a:lvl7pPr>
            <a:lvl8pPr marL="2078980" indent="0" algn="ctr">
              <a:buNone/>
              <a:defRPr sz="1039"/>
            </a:lvl8pPr>
            <a:lvl9pPr marL="2375977" indent="0" algn="ctr">
              <a:buNone/>
              <a:defRPr sz="1039"/>
            </a:lvl9pPr>
          </a:lstStyle>
          <a:p>
            <a:r>
              <a:rPr lang="zh-CN" altLang="en-US"/>
              <a:t>单击此处编辑母版副标题样式</a:t>
            </a:r>
          </a:p>
        </p:txBody>
      </p:sp>
      <p:sp>
        <p:nvSpPr>
          <p:cNvPr id="4" name="日期占位符 3">
            <a:extLst>
              <a:ext uri="{FF2B5EF4-FFF2-40B4-BE49-F238E27FC236}">
                <a16:creationId xmlns:a16="http://schemas.microsoft.com/office/drawing/2014/main" id="{570E4DCC-0150-54FF-0C2F-3E5E0E6B3391}"/>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7DA67AA9-BE03-B47C-5265-BD89ADE277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F3B3E9-312A-F427-415D-88E7427AC4BE}"/>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79197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F2299-E546-E376-01B6-6D90FEA96E7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0C06A8-748C-8947-5804-9CC5BE9E664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C1C7E21-94D7-C73C-72EE-65F9008261F9}"/>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7FCCC751-8EB8-FDBF-4524-B8E79A568D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F51A06-208F-2E2C-B252-E82D6EB2CB09}"/>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3794181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4187A-B563-2A38-1D0A-33437CD57412}"/>
              </a:ext>
            </a:extLst>
          </p:cNvPr>
          <p:cNvSpPr>
            <a:spLocks noGrp="1"/>
          </p:cNvSpPr>
          <p:nvPr>
            <p:ph type="title"/>
          </p:nvPr>
        </p:nvSpPr>
        <p:spPr>
          <a:xfrm>
            <a:off x="540377" y="2513157"/>
            <a:ext cx="6831033" cy="4193259"/>
          </a:xfrm>
        </p:spPr>
        <p:txBody>
          <a:bodyPr anchor="b"/>
          <a:lstStyle>
            <a:lvl1pPr>
              <a:defRPr sz="3898"/>
            </a:lvl1pPr>
          </a:lstStyle>
          <a:p>
            <a:r>
              <a:rPr lang="zh-CN" altLang="en-US"/>
              <a:t>单击此处编辑母版标题样式</a:t>
            </a:r>
          </a:p>
        </p:txBody>
      </p:sp>
      <p:sp>
        <p:nvSpPr>
          <p:cNvPr id="3" name="文本占位符 2">
            <a:extLst>
              <a:ext uri="{FF2B5EF4-FFF2-40B4-BE49-F238E27FC236}">
                <a16:creationId xmlns:a16="http://schemas.microsoft.com/office/drawing/2014/main" id="{05FD5613-EBC6-320C-6FA6-C637D1D0C5E4}"/>
              </a:ext>
            </a:extLst>
          </p:cNvPr>
          <p:cNvSpPr>
            <a:spLocks noGrp="1"/>
          </p:cNvSpPr>
          <p:nvPr>
            <p:ph type="body" idx="1"/>
          </p:nvPr>
        </p:nvSpPr>
        <p:spPr>
          <a:xfrm>
            <a:off x="540377" y="6746086"/>
            <a:ext cx="6831033" cy="2205136"/>
          </a:xfrm>
        </p:spPr>
        <p:txBody>
          <a:bodyPr/>
          <a:lstStyle>
            <a:lvl1pPr marL="0" indent="0">
              <a:buNone/>
              <a:defRPr sz="1559">
                <a:solidFill>
                  <a:schemeClr val="tx1">
                    <a:tint val="82000"/>
                  </a:schemeClr>
                </a:solidFill>
              </a:defRPr>
            </a:lvl1pPr>
            <a:lvl2pPr marL="296997" indent="0">
              <a:buNone/>
              <a:defRPr sz="1299">
                <a:solidFill>
                  <a:schemeClr val="tx1">
                    <a:tint val="82000"/>
                  </a:schemeClr>
                </a:solidFill>
              </a:defRPr>
            </a:lvl2pPr>
            <a:lvl3pPr marL="593994" indent="0">
              <a:buNone/>
              <a:defRPr sz="1169">
                <a:solidFill>
                  <a:schemeClr val="tx1">
                    <a:tint val="82000"/>
                  </a:schemeClr>
                </a:solidFill>
              </a:defRPr>
            </a:lvl3pPr>
            <a:lvl4pPr marL="890991" indent="0">
              <a:buNone/>
              <a:defRPr sz="1039">
                <a:solidFill>
                  <a:schemeClr val="tx1">
                    <a:tint val="82000"/>
                  </a:schemeClr>
                </a:solidFill>
              </a:defRPr>
            </a:lvl4pPr>
            <a:lvl5pPr marL="1187988" indent="0">
              <a:buNone/>
              <a:defRPr sz="1039">
                <a:solidFill>
                  <a:schemeClr val="tx1">
                    <a:tint val="82000"/>
                  </a:schemeClr>
                </a:solidFill>
              </a:defRPr>
            </a:lvl5pPr>
            <a:lvl6pPr marL="1484986" indent="0">
              <a:buNone/>
              <a:defRPr sz="1039">
                <a:solidFill>
                  <a:schemeClr val="tx1">
                    <a:tint val="82000"/>
                  </a:schemeClr>
                </a:solidFill>
              </a:defRPr>
            </a:lvl6pPr>
            <a:lvl7pPr marL="1781983" indent="0">
              <a:buNone/>
              <a:defRPr sz="1039">
                <a:solidFill>
                  <a:schemeClr val="tx1">
                    <a:tint val="82000"/>
                  </a:schemeClr>
                </a:solidFill>
              </a:defRPr>
            </a:lvl7pPr>
            <a:lvl8pPr marL="2078980" indent="0">
              <a:buNone/>
              <a:defRPr sz="1039">
                <a:solidFill>
                  <a:schemeClr val="tx1">
                    <a:tint val="82000"/>
                  </a:schemeClr>
                </a:solidFill>
              </a:defRPr>
            </a:lvl8pPr>
            <a:lvl9pPr marL="2375977" indent="0">
              <a:buNone/>
              <a:defRPr sz="1039">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62D7F3E-6AD3-320F-B4C8-D70F9CB5CA5D}"/>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EA6AD547-0EBC-3DC2-4A16-C38F96B92E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047F46-070F-33B3-0931-57805E212D23}"/>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1686094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92716-607F-AF8F-DDCD-5C31D1A034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83EF586-1631-1845-6B92-DA83DCE4407A}"/>
              </a:ext>
            </a:extLst>
          </p:cNvPr>
          <p:cNvSpPr>
            <a:spLocks noGrp="1"/>
          </p:cNvSpPr>
          <p:nvPr>
            <p:ph sz="half" idx="1"/>
          </p:nvPr>
        </p:nvSpPr>
        <p:spPr>
          <a:xfrm>
            <a:off x="544503" y="2683500"/>
            <a:ext cx="3366016" cy="639606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CAF429E-7742-5259-D149-D876E18E5975}"/>
              </a:ext>
            </a:extLst>
          </p:cNvPr>
          <p:cNvSpPr>
            <a:spLocks noGrp="1"/>
          </p:cNvSpPr>
          <p:nvPr>
            <p:ph sz="half" idx="2"/>
          </p:nvPr>
        </p:nvSpPr>
        <p:spPr>
          <a:xfrm>
            <a:off x="4009519" y="2683500"/>
            <a:ext cx="3366016" cy="639606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4D9474F-AF9C-BE4A-EF18-5EB84A6A3059}"/>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6" name="页脚占位符 5">
            <a:extLst>
              <a:ext uri="{FF2B5EF4-FFF2-40B4-BE49-F238E27FC236}">
                <a16:creationId xmlns:a16="http://schemas.microsoft.com/office/drawing/2014/main" id="{AD7CF626-F6AE-6834-2674-C4613F878D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BBDBB9-C33F-79F5-F9AF-AAFFB28178D0}"/>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3136601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982E21-20AE-95D7-FD5E-BC2E440A6F07}"/>
              </a:ext>
            </a:extLst>
          </p:cNvPr>
          <p:cNvSpPr>
            <a:spLocks noGrp="1"/>
          </p:cNvSpPr>
          <p:nvPr>
            <p:ph type="title"/>
          </p:nvPr>
        </p:nvSpPr>
        <p:spPr>
          <a:xfrm>
            <a:off x="545534" y="536701"/>
            <a:ext cx="6831033" cy="1948455"/>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FEEB991-A089-ACE0-4697-1405D15BAD64}"/>
              </a:ext>
            </a:extLst>
          </p:cNvPr>
          <p:cNvSpPr>
            <a:spLocks noGrp="1"/>
          </p:cNvSpPr>
          <p:nvPr>
            <p:ph type="body" idx="1"/>
          </p:nvPr>
        </p:nvSpPr>
        <p:spPr>
          <a:xfrm>
            <a:off x="545535" y="2471154"/>
            <a:ext cx="3350547" cy="1211074"/>
          </a:xfrm>
        </p:spPr>
        <p:txBody>
          <a:bodyPr anchor="b"/>
          <a:lstStyle>
            <a:lvl1pPr marL="0" indent="0">
              <a:buNone/>
              <a:defRPr sz="1559" b="1"/>
            </a:lvl1pPr>
            <a:lvl2pPr marL="296997" indent="0">
              <a:buNone/>
              <a:defRPr sz="1299" b="1"/>
            </a:lvl2pPr>
            <a:lvl3pPr marL="593994" indent="0">
              <a:buNone/>
              <a:defRPr sz="1169" b="1"/>
            </a:lvl3pPr>
            <a:lvl4pPr marL="890991" indent="0">
              <a:buNone/>
              <a:defRPr sz="1039" b="1"/>
            </a:lvl4pPr>
            <a:lvl5pPr marL="1187988" indent="0">
              <a:buNone/>
              <a:defRPr sz="1039" b="1"/>
            </a:lvl5pPr>
            <a:lvl6pPr marL="1484986" indent="0">
              <a:buNone/>
              <a:defRPr sz="1039" b="1"/>
            </a:lvl6pPr>
            <a:lvl7pPr marL="1781983" indent="0">
              <a:buNone/>
              <a:defRPr sz="1039" b="1"/>
            </a:lvl7pPr>
            <a:lvl8pPr marL="2078980" indent="0">
              <a:buNone/>
              <a:defRPr sz="1039" b="1"/>
            </a:lvl8pPr>
            <a:lvl9pPr marL="2375977" indent="0">
              <a:buNone/>
              <a:defRPr sz="1039"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6ECA226-6937-A15F-193C-9C2AE3ACC915}"/>
              </a:ext>
            </a:extLst>
          </p:cNvPr>
          <p:cNvSpPr>
            <a:spLocks noGrp="1"/>
          </p:cNvSpPr>
          <p:nvPr>
            <p:ph sz="half" idx="2"/>
          </p:nvPr>
        </p:nvSpPr>
        <p:spPr>
          <a:xfrm>
            <a:off x="545535" y="3682228"/>
            <a:ext cx="3350547" cy="54160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1AD8447-2FA1-2054-42D5-27C692655141}"/>
              </a:ext>
            </a:extLst>
          </p:cNvPr>
          <p:cNvSpPr>
            <a:spLocks noGrp="1"/>
          </p:cNvSpPr>
          <p:nvPr>
            <p:ph type="body" sz="quarter" idx="3"/>
          </p:nvPr>
        </p:nvSpPr>
        <p:spPr>
          <a:xfrm>
            <a:off x="4009519" y="2471154"/>
            <a:ext cx="3367048" cy="1211074"/>
          </a:xfrm>
        </p:spPr>
        <p:txBody>
          <a:bodyPr anchor="b"/>
          <a:lstStyle>
            <a:lvl1pPr marL="0" indent="0">
              <a:buNone/>
              <a:defRPr sz="1559" b="1"/>
            </a:lvl1pPr>
            <a:lvl2pPr marL="296997" indent="0">
              <a:buNone/>
              <a:defRPr sz="1299" b="1"/>
            </a:lvl2pPr>
            <a:lvl3pPr marL="593994" indent="0">
              <a:buNone/>
              <a:defRPr sz="1169" b="1"/>
            </a:lvl3pPr>
            <a:lvl4pPr marL="890991" indent="0">
              <a:buNone/>
              <a:defRPr sz="1039" b="1"/>
            </a:lvl4pPr>
            <a:lvl5pPr marL="1187988" indent="0">
              <a:buNone/>
              <a:defRPr sz="1039" b="1"/>
            </a:lvl5pPr>
            <a:lvl6pPr marL="1484986" indent="0">
              <a:buNone/>
              <a:defRPr sz="1039" b="1"/>
            </a:lvl6pPr>
            <a:lvl7pPr marL="1781983" indent="0">
              <a:buNone/>
              <a:defRPr sz="1039" b="1"/>
            </a:lvl7pPr>
            <a:lvl8pPr marL="2078980" indent="0">
              <a:buNone/>
              <a:defRPr sz="1039" b="1"/>
            </a:lvl8pPr>
            <a:lvl9pPr marL="2375977" indent="0">
              <a:buNone/>
              <a:defRPr sz="1039"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851D2A6-C099-0BB9-F16E-74D336DEA026}"/>
              </a:ext>
            </a:extLst>
          </p:cNvPr>
          <p:cNvSpPr>
            <a:spLocks noGrp="1"/>
          </p:cNvSpPr>
          <p:nvPr>
            <p:ph sz="quarter" idx="4"/>
          </p:nvPr>
        </p:nvSpPr>
        <p:spPr>
          <a:xfrm>
            <a:off x="4009519" y="3682228"/>
            <a:ext cx="3367048" cy="54160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C800AF2-7CDA-C8F8-77E1-B299CCBBE850}"/>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8" name="页脚占位符 7">
            <a:extLst>
              <a:ext uri="{FF2B5EF4-FFF2-40B4-BE49-F238E27FC236}">
                <a16:creationId xmlns:a16="http://schemas.microsoft.com/office/drawing/2014/main" id="{198B54CA-C873-83CA-AAAE-1F9C2B8CFFC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FED5F37-911F-F252-D8FA-AC405B1CF392}"/>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2726238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12F23F-C14D-E507-884E-8B6C0D0E79F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EC6CCE4-C153-8163-8CA4-D04A2EFEE32F}"/>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4" name="页脚占位符 3">
            <a:extLst>
              <a:ext uri="{FF2B5EF4-FFF2-40B4-BE49-F238E27FC236}">
                <a16:creationId xmlns:a16="http://schemas.microsoft.com/office/drawing/2014/main" id="{57838CF4-F9C5-2F1C-C5FB-B060930FDF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95C7464-8ACA-A201-33BD-69FAFAE6ED5B}"/>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2233461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5C6E82-7E7C-0CF2-C810-225525B8478E}"/>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3" name="页脚占位符 2">
            <a:extLst>
              <a:ext uri="{FF2B5EF4-FFF2-40B4-BE49-F238E27FC236}">
                <a16:creationId xmlns:a16="http://schemas.microsoft.com/office/drawing/2014/main" id="{FFEA12B1-94DE-AF79-7AB5-257D8DA822C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FAD6C34-261C-E4CB-C0CF-FDED76F72595}"/>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3455157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F4AA8-BB77-9762-8C81-CFB56A519EFD}"/>
              </a:ext>
            </a:extLst>
          </p:cNvPr>
          <p:cNvSpPr>
            <a:spLocks noGrp="1"/>
          </p:cNvSpPr>
          <p:nvPr>
            <p:ph type="title"/>
          </p:nvPr>
        </p:nvSpPr>
        <p:spPr>
          <a:xfrm>
            <a:off x="545535" y="672042"/>
            <a:ext cx="2554418" cy="2352146"/>
          </a:xfrm>
        </p:spPr>
        <p:txBody>
          <a:bodyPr anchor="b"/>
          <a:lstStyle>
            <a:lvl1pPr>
              <a:defRPr sz="2079"/>
            </a:lvl1pPr>
          </a:lstStyle>
          <a:p>
            <a:r>
              <a:rPr lang="zh-CN" altLang="en-US"/>
              <a:t>单击此处编辑母版标题样式</a:t>
            </a:r>
          </a:p>
        </p:txBody>
      </p:sp>
      <p:sp>
        <p:nvSpPr>
          <p:cNvPr id="3" name="内容占位符 2">
            <a:extLst>
              <a:ext uri="{FF2B5EF4-FFF2-40B4-BE49-F238E27FC236}">
                <a16:creationId xmlns:a16="http://schemas.microsoft.com/office/drawing/2014/main" id="{F41C1559-69B5-F2E5-1ED8-384CA14FCF50}"/>
              </a:ext>
            </a:extLst>
          </p:cNvPr>
          <p:cNvSpPr>
            <a:spLocks noGrp="1"/>
          </p:cNvSpPr>
          <p:nvPr>
            <p:ph idx="1"/>
          </p:nvPr>
        </p:nvSpPr>
        <p:spPr>
          <a:xfrm>
            <a:off x="3367048" y="1451424"/>
            <a:ext cx="4009519" cy="7163777"/>
          </a:xfrm>
        </p:spPr>
        <p:txBody>
          <a:bodyPr/>
          <a:lstStyle>
            <a:lvl1pPr>
              <a:defRPr sz="2079"/>
            </a:lvl1pPr>
            <a:lvl2pPr>
              <a:defRPr sz="1819"/>
            </a:lvl2pPr>
            <a:lvl3pPr>
              <a:defRPr sz="1559"/>
            </a:lvl3pPr>
            <a:lvl4pPr>
              <a:defRPr sz="1299"/>
            </a:lvl4pPr>
            <a:lvl5pPr>
              <a:defRPr sz="1299"/>
            </a:lvl5pPr>
            <a:lvl6pPr>
              <a:defRPr sz="1299"/>
            </a:lvl6pPr>
            <a:lvl7pPr>
              <a:defRPr sz="1299"/>
            </a:lvl7pPr>
            <a:lvl8pPr>
              <a:defRPr sz="1299"/>
            </a:lvl8pPr>
            <a:lvl9pPr>
              <a:defRPr sz="1299"/>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B7530A9-7A8D-D9EF-C808-38F9AE24CA43}"/>
              </a:ext>
            </a:extLst>
          </p:cNvPr>
          <p:cNvSpPr>
            <a:spLocks noGrp="1"/>
          </p:cNvSpPr>
          <p:nvPr>
            <p:ph type="body" sz="half" idx="2"/>
          </p:nvPr>
        </p:nvSpPr>
        <p:spPr>
          <a:xfrm>
            <a:off x="545535" y="3024188"/>
            <a:ext cx="2554418" cy="5602681"/>
          </a:xfrm>
        </p:spPr>
        <p:txBody>
          <a:bodyPr/>
          <a:lstStyle>
            <a:lvl1pPr marL="0" indent="0">
              <a:buNone/>
              <a:defRPr sz="1039"/>
            </a:lvl1pPr>
            <a:lvl2pPr marL="296997" indent="0">
              <a:buNone/>
              <a:defRPr sz="909"/>
            </a:lvl2pPr>
            <a:lvl3pPr marL="593994" indent="0">
              <a:buNone/>
              <a:defRPr sz="780"/>
            </a:lvl3pPr>
            <a:lvl4pPr marL="890991" indent="0">
              <a:buNone/>
              <a:defRPr sz="650"/>
            </a:lvl4pPr>
            <a:lvl5pPr marL="1187988" indent="0">
              <a:buNone/>
              <a:defRPr sz="650"/>
            </a:lvl5pPr>
            <a:lvl6pPr marL="1484986" indent="0">
              <a:buNone/>
              <a:defRPr sz="650"/>
            </a:lvl6pPr>
            <a:lvl7pPr marL="1781983" indent="0">
              <a:buNone/>
              <a:defRPr sz="650"/>
            </a:lvl7pPr>
            <a:lvl8pPr marL="2078980" indent="0">
              <a:buNone/>
              <a:defRPr sz="650"/>
            </a:lvl8pPr>
            <a:lvl9pPr marL="2375977" indent="0">
              <a:buNone/>
              <a:defRPr sz="6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F879581-E0BC-5343-9905-9BDBCFF49B80}"/>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6" name="页脚占位符 5">
            <a:extLst>
              <a:ext uri="{FF2B5EF4-FFF2-40B4-BE49-F238E27FC236}">
                <a16:creationId xmlns:a16="http://schemas.microsoft.com/office/drawing/2014/main" id="{00C2F759-E5BD-24CC-B4E7-763580F95EF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F6623CD-7968-7907-7143-0A744C780FD2}"/>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2181145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608BF-51E3-0D56-2C0E-7A254E1187BC}"/>
              </a:ext>
            </a:extLst>
          </p:cNvPr>
          <p:cNvSpPr>
            <a:spLocks noGrp="1"/>
          </p:cNvSpPr>
          <p:nvPr>
            <p:ph type="title"/>
          </p:nvPr>
        </p:nvSpPr>
        <p:spPr>
          <a:xfrm>
            <a:off x="545535" y="672042"/>
            <a:ext cx="2554418" cy="2352146"/>
          </a:xfrm>
        </p:spPr>
        <p:txBody>
          <a:bodyPr anchor="b"/>
          <a:lstStyle>
            <a:lvl1pPr>
              <a:defRPr sz="2079"/>
            </a:lvl1pPr>
          </a:lstStyle>
          <a:p>
            <a:r>
              <a:rPr lang="zh-CN" altLang="en-US"/>
              <a:t>单击此处编辑母版标题样式</a:t>
            </a:r>
          </a:p>
        </p:txBody>
      </p:sp>
      <p:sp>
        <p:nvSpPr>
          <p:cNvPr id="3" name="图片占位符 2">
            <a:extLst>
              <a:ext uri="{FF2B5EF4-FFF2-40B4-BE49-F238E27FC236}">
                <a16:creationId xmlns:a16="http://schemas.microsoft.com/office/drawing/2014/main" id="{B4346188-A621-602B-3EEA-63B5492F4117}"/>
              </a:ext>
            </a:extLst>
          </p:cNvPr>
          <p:cNvSpPr>
            <a:spLocks noGrp="1"/>
          </p:cNvSpPr>
          <p:nvPr>
            <p:ph type="pic" idx="1"/>
          </p:nvPr>
        </p:nvSpPr>
        <p:spPr>
          <a:xfrm>
            <a:off x="3367048" y="1451424"/>
            <a:ext cx="4009519" cy="7163777"/>
          </a:xfrm>
        </p:spPr>
        <p:txBody>
          <a:bodyPr/>
          <a:lstStyle>
            <a:lvl1pPr marL="0" indent="0">
              <a:buNone/>
              <a:defRPr sz="2079"/>
            </a:lvl1pPr>
            <a:lvl2pPr marL="296997" indent="0">
              <a:buNone/>
              <a:defRPr sz="1819"/>
            </a:lvl2pPr>
            <a:lvl3pPr marL="593994" indent="0">
              <a:buNone/>
              <a:defRPr sz="1559"/>
            </a:lvl3pPr>
            <a:lvl4pPr marL="890991" indent="0">
              <a:buNone/>
              <a:defRPr sz="1299"/>
            </a:lvl4pPr>
            <a:lvl5pPr marL="1187988" indent="0">
              <a:buNone/>
              <a:defRPr sz="1299"/>
            </a:lvl5pPr>
            <a:lvl6pPr marL="1484986" indent="0">
              <a:buNone/>
              <a:defRPr sz="1299"/>
            </a:lvl6pPr>
            <a:lvl7pPr marL="1781983" indent="0">
              <a:buNone/>
              <a:defRPr sz="1299"/>
            </a:lvl7pPr>
            <a:lvl8pPr marL="2078980" indent="0">
              <a:buNone/>
              <a:defRPr sz="1299"/>
            </a:lvl8pPr>
            <a:lvl9pPr marL="2375977" indent="0">
              <a:buNone/>
              <a:defRPr sz="1299"/>
            </a:lvl9pPr>
          </a:lstStyle>
          <a:p>
            <a:endParaRPr lang="zh-CN" altLang="en-US"/>
          </a:p>
        </p:txBody>
      </p:sp>
      <p:sp>
        <p:nvSpPr>
          <p:cNvPr id="4" name="文本占位符 3">
            <a:extLst>
              <a:ext uri="{FF2B5EF4-FFF2-40B4-BE49-F238E27FC236}">
                <a16:creationId xmlns:a16="http://schemas.microsoft.com/office/drawing/2014/main" id="{6F19041D-4267-C4D2-7CCA-D99BEC92759A}"/>
              </a:ext>
            </a:extLst>
          </p:cNvPr>
          <p:cNvSpPr>
            <a:spLocks noGrp="1"/>
          </p:cNvSpPr>
          <p:nvPr>
            <p:ph type="body" sz="half" idx="2"/>
          </p:nvPr>
        </p:nvSpPr>
        <p:spPr>
          <a:xfrm>
            <a:off x="545535" y="3024188"/>
            <a:ext cx="2554418" cy="5602681"/>
          </a:xfrm>
        </p:spPr>
        <p:txBody>
          <a:bodyPr/>
          <a:lstStyle>
            <a:lvl1pPr marL="0" indent="0">
              <a:buNone/>
              <a:defRPr sz="1039"/>
            </a:lvl1pPr>
            <a:lvl2pPr marL="296997" indent="0">
              <a:buNone/>
              <a:defRPr sz="909"/>
            </a:lvl2pPr>
            <a:lvl3pPr marL="593994" indent="0">
              <a:buNone/>
              <a:defRPr sz="780"/>
            </a:lvl3pPr>
            <a:lvl4pPr marL="890991" indent="0">
              <a:buNone/>
              <a:defRPr sz="650"/>
            </a:lvl4pPr>
            <a:lvl5pPr marL="1187988" indent="0">
              <a:buNone/>
              <a:defRPr sz="650"/>
            </a:lvl5pPr>
            <a:lvl6pPr marL="1484986" indent="0">
              <a:buNone/>
              <a:defRPr sz="650"/>
            </a:lvl6pPr>
            <a:lvl7pPr marL="1781983" indent="0">
              <a:buNone/>
              <a:defRPr sz="650"/>
            </a:lvl7pPr>
            <a:lvl8pPr marL="2078980" indent="0">
              <a:buNone/>
              <a:defRPr sz="650"/>
            </a:lvl8pPr>
            <a:lvl9pPr marL="2375977" indent="0">
              <a:buNone/>
              <a:defRPr sz="6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F23AA4-3BC6-2A1C-9F3A-7824948B6BD9}"/>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6" name="页脚占位符 5">
            <a:extLst>
              <a:ext uri="{FF2B5EF4-FFF2-40B4-BE49-F238E27FC236}">
                <a16:creationId xmlns:a16="http://schemas.microsoft.com/office/drawing/2014/main" id="{729EB645-D034-2750-564C-EC87E2B10DC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A5CDA4-1D17-871B-CB31-9C44BD7E2B82}"/>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3348392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C716C6-8189-C92A-0D41-99A7464436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950C3B1-E7D5-68AE-E30C-89F2AFDD33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6AF11C-A072-03CD-1799-451E4DE54DE4}"/>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014C15B3-8A49-3DAB-B8E3-F675332F37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3F89BB-A3AE-4ADF-8058-0D228F25B9B1}"/>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1685332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1F74D81-0B91-BB0C-474D-235A2C110CBA}"/>
              </a:ext>
            </a:extLst>
          </p:cNvPr>
          <p:cNvSpPr>
            <a:spLocks noGrp="1"/>
          </p:cNvSpPr>
          <p:nvPr>
            <p:ph type="title" orient="vert"/>
          </p:nvPr>
        </p:nvSpPr>
        <p:spPr>
          <a:xfrm>
            <a:off x="5667777" y="536700"/>
            <a:ext cx="1707758" cy="8542864"/>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D15223B-7E07-1AD4-2231-D505E91AD1BA}"/>
              </a:ext>
            </a:extLst>
          </p:cNvPr>
          <p:cNvSpPr>
            <a:spLocks noGrp="1"/>
          </p:cNvSpPr>
          <p:nvPr>
            <p:ph type="body" orient="vert" idx="1"/>
          </p:nvPr>
        </p:nvSpPr>
        <p:spPr>
          <a:xfrm>
            <a:off x="544503" y="536700"/>
            <a:ext cx="5024274" cy="854286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A62896-4B45-0011-52C1-54D67438CBE3}"/>
              </a:ext>
            </a:extLst>
          </p:cNvPr>
          <p:cNvSpPr>
            <a:spLocks noGrp="1"/>
          </p:cNvSpPr>
          <p:nvPr>
            <p:ph type="dt" sz="half" idx="10"/>
          </p:nvPr>
        </p:nvSpPr>
        <p:spPr/>
        <p:txBody>
          <a:body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55FB71FA-B018-E8F5-ADA9-F0428FCA45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4FC6BE-1609-8083-769B-A3CEB63F566C}"/>
              </a:ext>
            </a:extLst>
          </p:cNvPr>
          <p:cNvSpPr>
            <a:spLocks noGrp="1"/>
          </p:cNvSpPr>
          <p:nvPr>
            <p:ph type="sldNum" sz="quarter" idx="12"/>
          </p:nvPr>
        </p:nvSpPr>
        <p:spPr/>
        <p:txBody>
          <a:body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413293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264158-A041-B55C-C3D1-656657F776EB}"/>
              </a:ext>
            </a:extLst>
          </p:cNvPr>
          <p:cNvSpPr>
            <a:spLocks noGrp="1"/>
          </p:cNvSpPr>
          <p:nvPr>
            <p:ph type="title"/>
          </p:nvPr>
        </p:nvSpPr>
        <p:spPr>
          <a:xfrm>
            <a:off x="544503" y="536701"/>
            <a:ext cx="6831033" cy="194845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990DEAF-175A-3668-6FD2-77C39BD29363}"/>
              </a:ext>
            </a:extLst>
          </p:cNvPr>
          <p:cNvSpPr>
            <a:spLocks noGrp="1"/>
          </p:cNvSpPr>
          <p:nvPr>
            <p:ph type="body" idx="1"/>
          </p:nvPr>
        </p:nvSpPr>
        <p:spPr>
          <a:xfrm>
            <a:off x="544503" y="2683500"/>
            <a:ext cx="6831033" cy="639606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9E2A58-09B7-F4C0-2A08-859DF44C8BAC}"/>
              </a:ext>
            </a:extLst>
          </p:cNvPr>
          <p:cNvSpPr>
            <a:spLocks noGrp="1"/>
          </p:cNvSpPr>
          <p:nvPr>
            <p:ph type="dt" sz="half" idx="2"/>
          </p:nvPr>
        </p:nvSpPr>
        <p:spPr>
          <a:xfrm>
            <a:off x="544502" y="9343247"/>
            <a:ext cx="1782009" cy="536700"/>
          </a:xfrm>
          <a:prstGeom prst="rect">
            <a:avLst/>
          </a:prstGeom>
        </p:spPr>
        <p:txBody>
          <a:bodyPr vert="horz" lIns="91440" tIns="45720" rIns="91440" bIns="45720" rtlCol="0" anchor="ctr"/>
          <a:lstStyle>
            <a:lvl1pPr algn="l">
              <a:defRPr sz="780">
                <a:solidFill>
                  <a:schemeClr val="tx1">
                    <a:tint val="82000"/>
                  </a:schemeClr>
                </a:solidFill>
              </a:defRPr>
            </a:lvl1pPr>
          </a:lstStyle>
          <a:p>
            <a:fld id="{5C35997D-99AF-487B-8E40-ECC8C0300F45}" type="datetimeFigureOut">
              <a:rPr lang="zh-CN" altLang="en-US" smtClean="0"/>
              <a:t>2026/5/11</a:t>
            </a:fld>
            <a:endParaRPr lang="zh-CN" altLang="en-US"/>
          </a:p>
        </p:txBody>
      </p:sp>
      <p:sp>
        <p:nvSpPr>
          <p:cNvPr id="5" name="页脚占位符 4">
            <a:extLst>
              <a:ext uri="{FF2B5EF4-FFF2-40B4-BE49-F238E27FC236}">
                <a16:creationId xmlns:a16="http://schemas.microsoft.com/office/drawing/2014/main" id="{ADAA28AA-8BC4-09DA-C814-19EB37C67834}"/>
              </a:ext>
            </a:extLst>
          </p:cNvPr>
          <p:cNvSpPr>
            <a:spLocks noGrp="1"/>
          </p:cNvSpPr>
          <p:nvPr>
            <p:ph type="ftr" sz="quarter" idx="3"/>
          </p:nvPr>
        </p:nvSpPr>
        <p:spPr>
          <a:xfrm>
            <a:off x="2623513" y="9343247"/>
            <a:ext cx="2673013" cy="536700"/>
          </a:xfrm>
          <a:prstGeom prst="rect">
            <a:avLst/>
          </a:prstGeom>
        </p:spPr>
        <p:txBody>
          <a:bodyPr vert="horz" lIns="91440" tIns="45720" rIns="91440" bIns="45720" rtlCol="0" anchor="ctr"/>
          <a:lstStyle>
            <a:lvl1pPr algn="ctr">
              <a:defRPr sz="78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FFEAA99-50ED-5832-AA24-9E48923297D0}"/>
              </a:ext>
            </a:extLst>
          </p:cNvPr>
          <p:cNvSpPr>
            <a:spLocks noGrp="1"/>
          </p:cNvSpPr>
          <p:nvPr>
            <p:ph type="sldNum" sz="quarter" idx="4"/>
          </p:nvPr>
        </p:nvSpPr>
        <p:spPr>
          <a:xfrm>
            <a:off x="5593527" y="9343247"/>
            <a:ext cx="1782009" cy="536700"/>
          </a:xfrm>
          <a:prstGeom prst="rect">
            <a:avLst/>
          </a:prstGeom>
        </p:spPr>
        <p:txBody>
          <a:bodyPr vert="horz" lIns="91440" tIns="45720" rIns="91440" bIns="45720" rtlCol="0" anchor="ctr"/>
          <a:lstStyle>
            <a:lvl1pPr algn="r">
              <a:defRPr sz="780">
                <a:solidFill>
                  <a:schemeClr val="tx1">
                    <a:tint val="82000"/>
                  </a:schemeClr>
                </a:solidFill>
              </a:defRPr>
            </a:lvl1pPr>
          </a:lstStyle>
          <a:p>
            <a:fld id="{DAECC541-EE89-4523-B0F9-390755DFE412}" type="slidenum">
              <a:rPr lang="zh-CN" altLang="en-US" smtClean="0"/>
              <a:t>‹#›</a:t>
            </a:fld>
            <a:endParaRPr lang="zh-CN" altLang="en-US"/>
          </a:p>
        </p:txBody>
      </p:sp>
    </p:spTree>
    <p:extLst>
      <p:ext uri="{BB962C8B-B14F-4D97-AF65-F5344CB8AC3E}">
        <p14:creationId xmlns:p14="http://schemas.microsoft.com/office/powerpoint/2010/main" val="1094428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93994" rtl="0" eaLnBrk="1" latinLnBrk="0" hangingPunct="1">
        <a:lnSpc>
          <a:spcPct val="90000"/>
        </a:lnSpc>
        <a:spcBef>
          <a:spcPct val="0"/>
        </a:spcBef>
        <a:buNone/>
        <a:defRPr sz="2858" kern="1200">
          <a:solidFill>
            <a:schemeClr val="tx1"/>
          </a:solidFill>
          <a:latin typeface="+mj-lt"/>
          <a:ea typeface="+mj-ea"/>
          <a:cs typeface="+mj-cs"/>
        </a:defRPr>
      </a:lvl1pPr>
    </p:titleStyle>
    <p:bodyStyle>
      <a:lvl1pPr marL="148499" indent="-148499" algn="l" defTabSz="593994" rtl="0" eaLnBrk="1" latinLnBrk="0" hangingPunct="1">
        <a:lnSpc>
          <a:spcPct val="90000"/>
        </a:lnSpc>
        <a:spcBef>
          <a:spcPts val="650"/>
        </a:spcBef>
        <a:buFont typeface="Arial" panose="020B0604020202020204" pitchFamily="34" charset="0"/>
        <a:buChar char="•"/>
        <a:defRPr sz="1819" kern="1200">
          <a:solidFill>
            <a:schemeClr val="tx1"/>
          </a:solidFill>
          <a:latin typeface="+mn-lt"/>
          <a:ea typeface="+mn-ea"/>
          <a:cs typeface="+mn-cs"/>
        </a:defRPr>
      </a:lvl1pPr>
      <a:lvl2pPr marL="445496" indent="-148499" algn="l" defTabSz="593994" rtl="0" eaLnBrk="1" latinLnBrk="0" hangingPunct="1">
        <a:lnSpc>
          <a:spcPct val="90000"/>
        </a:lnSpc>
        <a:spcBef>
          <a:spcPts val="325"/>
        </a:spcBef>
        <a:buFont typeface="Arial" panose="020B0604020202020204" pitchFamily="34" charset="0"/>
        <a:buChar char="•"/>
        <a:defRPr sz="1559" kern="1200">
          <a:solidFill>
            <a:schemeClr val="tx1"/>
          </a:solidFill>
          <a:latin typeface="+mn-lt"/>
          <a:ea typeface="+mn-ea"/>
          <a:cs typeface="+mn-cs"/>
        </a:defRPr>
      </a:lvl2pPr>
      <a:lvl3pPr marL="742493" indent="-148499" algn="l" defTabSz="593994" rtl="0" eaLnBrk="1" latinLnBrk="0" hangingPunct="1">
        <a:lnSpc>
          <a:spcPct val="90000"/>
        </a:lnSpc>
        <a:spcBef>
          <a:spcPts val="325"/>
        </a:spcBef>
        <a:buFont typeface="Arial" panose="020B0604020202020204" pitchFamily="34" charset="0"/>
        <a:buChar char="•"/>
        <a:defRPr sz="1299" kern="1200">
          <a:solidFill>
            <a:schemeClr val="tx1"/>
          </a:solidFill>
          <a:latin typeface="+mn-lt"/>
          <a:ea typeface="+mn-ea"/>
          <a:cs typeface="+mn-cs"/>
        </a:defRPr>
      </a:lvl3pPr>
      <a:lvl4pPr marL="1039490"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4pPr>
      <a:lvl5pPr marL="1336487"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5pPr>
      <a:lvl6pPr marL="1633484"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6pPr>
      <a:lvl7pPr marL="1930481"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7pPr>
      <a:lvl8pPr marL="2227478"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8pPr>
      <a:lvl9pPr marL="2524476" indent="-148499" algn="l" defTabSz="593994" rtl="0" eaLnBrk="1" latinLnBrk="0" hangingPunct="1">
        <a:lnSpc>
          <a:spcPct val="90000"/>
        </a:lnSpc>
        <a:spcBef>
          <a:spcPts val="325"/>
        </a:spcBef>
        <a:buFont typeface="Arial" panose="020B0604020202020204" pitchFamily="34" charset="0"/>
        <a:buChar char="•"/>
        <a:defRPr sz="1169" kern="1200">
          <a:solidFill>
            <a:schemeClr val="tx1"/>
          </a:solidFill>
          <a:latin typeface="+mn-lt"/>
          <a:ea typeface="+mn-ea"/>
          <a:cs typeface="+mn-cs"/>
        </a:defRPr>
      </a:lvl9pPr>
    </p:bodyStyle>
    <p:otherStyle>
      <a:defPPr>
        <a:defRPr lang="zh-CN"/>
      </a:defPPr>
      <a:lvl1pPr marL="0" algn="l" defTabSz="593994" rtl="0" eaLnBrk="1" latinLnBrk="0" hangingPunct="1">
        <a:defRPr sz="1169" kern="1200">
          <a:solidFill>
            <a:schemeClr val="tx1"/>
          </a:solidFill>
          <a:latin typeface="+mn-lt"/>
          <a:ea typeface="+mn-ea"/>
          <a:cs typeface="+mn-cs"/>
        </a:defRPr>
      </a:lvl1pPr>
      <a:lvl2pPr marL="296997" algn="l" defTabSz="593994" rtl="0" eaLnBrk="1" latinLnBrk="0" hangingPunct="1">
        <a:defRPr sz="1169" kern="1200">
          <a:solidFill>
            <a:schemeClr val="tx1"/>
          </a:solidFill>
          <a:latin typeface="+mn-lt"/>
          <a:ea typeface="+mn-ea"/>
          <a:cs typeface="+mn-cs"/>
        </a:defRPr>
      </a:lvl2pPr>
      <a:lvl3pPr marL="593994" algn="l" defTabSz="593994" rtl="0" eaLnBrk="1" latinLnBrk="0" hangingPunct="1">
        <a:defRPr sz="1169" kern="1200">
          <a:solidFill>
            <a:schemeClr val="tx1"/>
          </a:solidFill>
          <a:latin typeface="+mn-lt"/>
          <a:ea typeface="+mn-ea"/>
          <a:cs typeface="+mn-cs"/>
        </a:defRPr>
      </a:lvl3pPr>
      <a:lvl4pPr marL="890991" algn="l" defTabSz="593994" rtl="0" eaLnBrk="1" latinLnBrk="0" hangingPunct="1">
        <a:defRPr sz="1169" kern="1200">
          <a:solidFill>
            <a:schemeClr val="tx1"/>
          </a:solidFill>
          <a:latin typeface="+mn-lt"/>
          <a:ea typeface="+mn-ea"/>
          <a:cs typeface="+mn-cs"/>
        </a:defRPr>
      </a:lvl4pPr>
      <a:lvl5pPr marL="1187988" algn="l" defTabSz="593994" rtl="0" eaLnBrk="1" latinLnBrk="0" hangingPunct="1">
        <a:defRPr sz="1169" kern="1200">
          <a:solidFill>
            <a:schemeClr val="tx1"/>
          </a:solidFill>
          <a:latin typeface="+mn-lt"/>
          <a:ea typeface="+mn-ea"/>
          <a:cs typeface="+mn-cs"/>
        </a:defRPr>
      </a:lvl5pPr>
      <a:lvl6pPr marL="1484986" algn="l" defTabSz="593994" rtl="0" eaLnBrk="1" latinLnBrk="0" hangingPunct="1">
        <a:defRPr sz="1169" kern="1200">
          <a:solidFill>
            <a:schemeClr val="tx1"/>
          </a:solidFill>
          <a:latin typeface="+mn-lt"/>
          <a:ea typeface="+mn-ea"/>
          <a:cs typeface="+mn-cs"/>
        </a:defRPr>
      </a:lvl6pPr>
      <a:lvl7pPr marL="1781983" algn="l" defTabSz="593994" rtl="0" eaLnBrk="1" latinLnBrk="0" hangingPunct="1">
        <a:defRPr sz="1169" kern="1200">
          <a:solidFill>
            <a:schemeClr val="tx1"/>
          </a:solidFill>
          <a:latin typeface="+mn-lt"/>
          <a:ea typeface="+mn-ea"/>
          <a:cs typeface="+mn-cs"/>
        </a:defRPr>
      </a:lvl7pPr>
      <a:lvl8pPr marL="2078980" algn="l" defTabSz="593994" rtl="0" eaLnBrk="1" latinLnBrk="0" hangingPunct="1">
        <a:defRPr sz="1169" kern="1200">
          <a:solidFill>
            <a:schemeClr val="tx1"/>
          </a:solidFill>
          <a:latin typeface="+mn-lt"/>
          <a:ea typeface="+mn-ea"/>
          <a:cs typeface="+mn-cs"/>
        </a:defRPr>
      </a:lvl8pPr>
      <a:lvl9pPr marL="2375977" algn="l" defTabSz="593994" rtl="0" eaLnBrk="1" latinLnBrk="0" hangingPunct="1">
        <a:defRPr sz="11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19B22A3B-F4B7-5A37-8ABF-4E0EE4D6F951}"/>
              </a:ext>
            </a:extLst>
          </p:cNvPr>
          <p:cNvSpPr txBox="1">
            <a:spLocks/>
          </p:cNvSpPr>
          <p:nvPr/>
        </p:nvSpPr>
        <p:spPr>
          <a:xfrm>
            <a:off x="539115" y="2713355"/>
            <a:ext cx="4552950" cy="661720"/>
          </a:xfrm>
          <a:prstGeom prst="rect">
            <a:avLst/>
          </a:prstGeom>
        </p:spPr>
        <p:txBody>
          <a:bodyPr vert="horz" wrap="square" lIns="0" tIns="45720" rIns="0" bIns="0" rtlCol="0" anchor="b">
            <a:spAutoFit/>
          </a:bodyPr>
          <a:lstStyle>
            <a:lvl1pPr algn="ctr" defTabSz="593994" rtl="0" eaLnBrk="1" latinLnBrk="0" hangingPunct="1">
              <a:lnSpc>
                <a:spcPct val="90000"/>
              </a:lnSpc>
              <a:spcBef>
                <a:spcPct val="0"/>
              </a:spcBef>
              <a:buNone/>
              <a:defRPr sz="3898" kern="1200">
                <a:solidFill>
                  <a:schemeClr val="tx1"/>
                </a:solidFill>
                <a:latin typeface="+mj-lt"/>
                <a:ea typeface="+mj-ea"/>
                <a:cs typeface="+mj-cs"/>
              </a:defRPr>
            </a:lvl1pPr>
          </a:lstStyle>
          <a:p>
            <a:pPr marL="12700">
              <a:lnSpc>
                <a:spcPct val="100000"/>
              </a:lnSpc>
              <a:spcBef>
                <a:spcPts val="265"/>
              </a:spcBef>
            </a:pPr>
            <a:r>
              <a:rPr lang="en-US" sz="4000" spc="55">
                <a:solidFill>
                  <a:srgbClr val="B68756"/>
                </a:solidFill>
                <a:latin typeface="苹方 常规" panose="020B0300000000000000" charset="-122"/>
                <a:ea typeface="苹方 常规" panose="020B0300000000000000" charset="-122"/>
                <a:cs typeface="苹方 常规" panose="020B0300000000000000" charset="-122"/>
              </a:rPr>
              <a:t>IEXS</a:t>
            </a:r>
            <a:r>
              <a:rPr lang="en-US" sz="4000" spc="150">
                <a:solidFill>
                  <a:srgbClr val="B68756"/>
                </a:solidFill>
                <a:latin typeface="苹方 常规" panose="020B0300000000000000" charset="-122"/>
                <a:ea typeface="苹方 常规" panose="020B0300000000000000" charset="-122"/>
                <a:cs typeface="苹方 常规" panose="020B0300000000000000" charset="-122"/>
              </a:rPr>
              <a:t> </a:t>
            </a:r>
            <a:r>
              <a:rPr lang="en-US" sz="4000" spc="60">
                <a:solidFill>
                  <a:srgbClr val="B68756"/>
                </a:solidFill>
                <a:latin typeface="苹方 常规" panose="020B0300000000000000" charset="-122"/>
                <a:ea typeface="苹方 常规" panose="020B0300000000000000" charset="-122"/>
                <a:cs typeface="苹方 常规" panose="020B0300000000000000" charset="-122"/>
              </a:rPr>
              <a:t>EXTRA</a:t>
            </a:r>
            <a:endParaRPr lang="en-US" sz="4000" dirty="0">
              <a:solidFill>
                <a:srgbClr val="B68756"/>
              </a:solidFill>
              <a:latin typeface="苹方 常规" panose="020B0300000000000000" charset="-122"/>
              <a:ea typeface="苹方 常规" panose="020B0300000000000000" charset="-122"/>
              <a:cs typeface="苹方 常规" panose="020B0300000000000000" charset="-122"/>
            </a:endParaRPr>
          </a:p>
        </p:txBody>
      </p:sp>
      <p:pic>
        <p:nvPicPr>
          <p:cNvPr id="5" name="图片 4">
            <a:extLst>
              <a:ext uri="{FF2B5EF4-FFF2-40B4-BE49-F238E27FC236}">
                <a16:creationId xmlns:a16="http://schemas.microsoft.com/office/drawing/2014/main" id="{29DAA300-550F-2022-514C-F0361165556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85799" y="755655"/>
            <a:ext cx="1694469" cy="317489"/>
          </a:xfrm>
          <a:prstGeom prst="rect">
            <a:avLst/>
          </a:prstGeom>
        </p:spPr>
      </p:pic>
    </p:spTree>
    <p:extLst>
      <p:ext uri="{BB962C8B-B14F-4D97-AF65-F5344CB8AC3E}">
        <p14:creationId xmlns:p14="http://schemas.microsoft.com/office/powerpoint/2010/main" val="296418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3A38-FE10-97A4-BBE1-45B782C13370}"/>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A822B990-5157-FEB3-E982-B8BDBBC1E4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22570" y="736164"/>
            <a:ext cx="1992303" cy="373294"/>
          </a:xfrm>
          <a:prstGeom prst="rect">
            <a:avLst/>
          </a:prstGeom>
        </p:spPr>
      </p:pic>
      <p:sp>
        <p:nvSpPr>
          <p:cNvPr id="13" name="object 2">
            <a:extLst>
              <a:ext uri="{FF2B5EF4-FFF2-40B4-BE49-F238E27FC236}">
                <a16:creationId xmlns:a16="http://schemas.microsoft.com/office/drawing/2014/main" id="{69A8ED17-89DB-AF6A-B64A-D882BF90B7AB}"/>
              </a:ext>
            </a:extLst>
          </p:cNvPr>
          <p:cNvSpPr txBox="1">
            <a:spLocks/>
          </p:cNvSpPr>
          <p:nvPr/>
        </p:nvSpPr>
        <p:spPr>
          <a:xfrm>
            <a:off x="527050" y="1447800"/>
            <a:ext cx="6254750" cy="382156"/>
          </a:xfrm>
          <a:prstGeom prst="rect">
            <a:avLst/>
          </a:prstGeom>
        </p:spPr>
        <p:txBody>
          <a:bodyPr vert="horz" wrap="square" lIns="0" tIns="12700" rIns="0" bIns="0" rtlCol="0" anchor="b">
            <a:spAutoFit/>
          </a:bodyPr>
          <a:lstStyle>
            <a:lvl1pPr algn="ctr" defTabSz="593994" rtl="0" eaLnBrk="1" latinLnBrk="0" hangingPunct="1">
              <a:lnSpc>
                <a:spcPct val="90000"/>
              </a:lnSpc>
              <a:spcBef>
                <a:spcPct val="0"/>
              </a:spcBef>
              <a:buNone/>
              <a:defRPr sz="3898" kern="1200">
                <a:solidFill>
                  <a:schemeClr val="tx1"/>
                </a:solidFill>
                <a:latin typeface="+mj-lt"/>
                <a:ea typeface="+mj-ea"/>
                <a:cs typeface="+mj-cs"/>
              </a:defRPr>
            </a:lvl1pPr>
          </a:lstStyle>
          <a:p>
            <a:pPr marL="12700" algn="l">
              <a:lnSpc>
                <a:spcPct val="100000"/>
              </a:lnSpc>
              <a:spcBef>
                <a:spcPts val="100"/>
              </a:spcBef>
            </a:pPr>
            <a:r>
              <a:rPr lang="en-US" altLang="zh-CN" sz="2400" spc="40" dirty="0">
                <a:solidFill>
                  <a:srgbClr val="B68756"/>
                </a:solidFill>
                <a:latin typeface="苹方 常规" panose="020B0300000000000000" pitchFamily="34" charset="-122"/>
                <a:ea typeface="苹方 常规" panose="020B0300000000000000" pitchFamily="34" charset="-122"/>
              </a:rPr>
              <a:t>IEXS EXTRA – More than just trading</a:t>
            </a:r>
            <a:endParaRPr lang="en-US" sz="2400" spc="40" dirty="0">
              <a:solidFill>
                <a:srgbClr val="B68756"/>
              </a:solidFill>
              <a:latin typeface="苹方 常规" panose="020B0300000000000000" pitchFamily="34" charset="-122"/>
              <a:ea typeface="苹方 常规" panose="020B0300000000000000" pitchFamily="34" charset="-122"/>
            </a:endParaRPr>
          </a:p>
        </p:txBody>
      </p:sp>
      <p:sp>
        <p:nvSpPr>
          <p:cNvPr id="14" name="object 3">
            <a:extLst>
              <a:ext uri="{FF2B5EF4-FFF2-40B4-BE49-F238E27FC236}">
                <a16:creationId xmlns:a16="http://schemas.microsoft.com/office/drawing/2014/main" id="{F6D8F110-251E-8803-E725-3CD684D10506}"/>
              </a:ext>
            </a:extLst>
          </p:cNvPr>
          <p:cNvSpPr txBox="1">
            <a:spLocks/>
          </p:cNvSpPr>
          <p:nvPr/>
        </p:nvSpPr>
        <p:spPr>
          <a:xfrm>
            <a:off x="407924" y="1905000"/>
            <a:ext cx="6828537" cy="3134256"/>
          </a:xfrm>
          <a:prstGeom prst="rect">
            <a:avLst/>
          </a:prstGeom>
        </p:spPr>
        <p:txBody>
          <a:bodyPr vert="horz" wrap="square" lIns="0" tIns="12700" rIns="0" bIns="0" rtlCol="0">
            <a:spAutoFit/>
          </a:bodyPr>
          <a:lstStyle>
            <a:lvl1pPr marL="0" indent="0" algn="ctr" defTabSz="593994" rtl="0" eaLnBrk="1" latinLnBrk="0" hangingPunct="1">
              <a:lnSpc>
                <a:spcPct val="90000"/>
              </a:lnSpc>
              <a:spcBef>
                <a:spcPts val="650"/>
              </a:spcBef>
              <a:buFont typeface="Arial" panose="020B0604020202020204" pitchFamily="34" charset="0"/>
              <a:buNone/>
              <a:defRPr sz="1559" kern="1200">
                <a:solidFill>
                  <a:schemeClr val="tx1"/>
                </a:solidFill>
                <a:latin typeface="+mn-lt"/>
                <a:ea typeface="+mn-ea"/>
                <a:cs typeface="+mn-cs"/>
              </a:defRPr>
            </a:lvl1pPr>
            <a:lvl2pPr marL="296997" indent="0" algn="ctr" defTabSz="593994" rtl="0" eaLnBrk="1" latinLnBrk="0" hangingPunct="1">
              <a:lnSpc>
                <a:spcPct val="90000"/>
              </a:lnSpc>
              <a:spcBef>
                <a:spcPts val="325"/>
              </a:spcBef>
              <a:buFont typeface="Arial" panose="020B0604020202020204" pitchFamily="34" charset="0"/>
              <a:buNone/>
              <a:defRPr sz="1299" kern="1200">
                <a:solidFill>
                  <a:schemeClr val="tx1"/>
                </a:solidFill>
                <a:latin typeface="+mn-lt"/>
                <a:ea typeface="+mn-ea"/>
                <a:cs typeface="+mn-cs"/>
              </a:defRPr>
            </a:lvl2pPr>
            <a:lvl3pPr marL="593994" indent="0" algn="ctr" defTabSz="593994" rtl="0" eaLnBrk="1" latinLnBrk="0" hangingPunct="1">
              <a:lnSpc>
                <a:spcPct val="90000"/>
              </a:lnSpc>
              <a:spcBef>
                <a:spcPts val="325"/>
              </a:spcBef>
              <a:buFont typeface="Arial" panose="020B0604020202020204" pitchFamily="34" charset="0"/>
              <a:buNone/>
              <a:defRPr sz="1169" kern="1200">
                <a:solidFill>
                  <a:schemeClr val="tx1"/>
                </a:solidFill>
                <a:latin typeface="+mn-lt"/>
                <a:ea typeface="+mn-ea"/>
                <a:cs typeface="+mn-cs"/>
              </a:defRPr>
            </a:lvl3pPr>
            <a:lvl4pPr marL="890991"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4pPr>
            <a:lvl5pPr marL="1187988"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5pPr>
            <a:lvl6pPr marL="1484986"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6pPr>
            <a:lvl7pPr marL="1781983"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7pPr>
            <a:lvl8pPr marL="2078980"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8pPr>
            <a:lvl9pPr marL="2375977" indent="0" algn="ctr" defTabSz="593994" rtl="0" eaLnBrk="1" latinLnBrk="0" hangingPunct="1">
              <a:lnSpc>
                <a:spcPct val="90000"/>
              </a:lnSpc>
              <a:spcBef>
                <a:spcPts val="325"/>
              </a:spcBef>
              <a:buFont typeface="Arial" panose="020B0604020202020204" pitchFamily="34" charset="0"/>
              <a:buNone/>
              <a:defRPr sz="1039" kern="1200">
                <a:solidFill>
                  <a:schemeClr val="tx1"/>
                </a:solidFill>
                <a:latin typeface="+mn-lt"/>
                <a:ea typeface="+mn-ea"/>
                <a:cs typeface="+mn-cs"/>
              </a:defRPr>
            </a:lvl9pPr>
          </a:lstStyle>
          <a:p>
            <a:pPr marL="131445" marR="5080" algn="l">
              <a:lnSpc>
                <a:spcPct val="144000"/>
              </a:lnSpc>
              <a:spcBef>
                <a:spcPts val="100"/>
              </a:spcBef>
            </a:pPr>
            <a:r>
              <a:rPr lang="en-US" altLang="zh-CN" sz="900" dirty="0">
                <a:solidFill>
                  <a:schemeClr val="bg1">
                    <a:lumMod val="50000"/>
                  </a:schemeClr>
                </a:solidFill>
                <a:latin typeface="苹方 常规" panose="020B0300000000000000" pitchFamily="34" charset="-122"/>
                <a:ea typeface="苹方 常规" panose="020B0300000000000000" pitchFamily="34" charset="-122"/>
                <a:cs typeface="Times New Roman" panose="02020603050405020304" pitchFamily="18" charset="0"/>
              </a:rPr>
              <a:t>The growth of our clients' capital has always been of great importance to us in order to achieve the maximum benefit for our clients. "EXTRA" - We strive to believe that an additional focus can be used to provide you with a more effective value-added advantage "in addition" to our professional and complete service. "IEXS EXTRA" is a new advantage to complement our clients' portfolios. The overnight interest generated by the liquidity provided by the IEXS Group's partner investment banks and hedge funds allows us to secure long-term and solid income rewards for our clients, which are fed back to our valued clients through the launch of "IEXS EXTRA", a compounding program with unlimited funds and rewards, giving our clients maximum freedom to earn an additional income</a:t>
            </a:r>
            <a:endParaRPr lang="en-US" sz="900" spc="40" dirty="0">
              <a:solidFill>
                <a:schemeClr val="bg1">
                  <a:lumMod val="50000"/>
                </a:schemeClr>
              </a:solidFill>
              <a:latin typeface="苹方 常规" panose="020B0300000000000000" pitchFamily="34" charset="-122"/>
              <a:ea typeface="苹方 常规" panose="020B0300000000000000" pitchFamily="34" charset="-122"/>
              <a:cs typeface="苹方 常规" panose="020B0300000000000000" charset="-122"/>
            </a:endParaRPr>
          </a:p>
          <a:p>
            <a:pPr marL="118745" algn="l">
              <a:lnSpc>
                <a:spcPct val="100000"/>
              </a:lnSpc>
              <a:spcBef>
                <a:spcPts val="10"/>
              </a:spcBef>
            </a:pPr>
            <a:endParaRPr lang="en-US" sz="900" dirty="0">
              <a:latin typeface="苹方 常规" panose="020B0300000000000000" pitchFamily="34" charset="-122"/>
              <a:ea typeface="苹方 常规" panose="020B0300000000000000" pitchFamily="34" charset="-122"/>
              <a:cs typeface="苹方 常规" panose="020B0300000000000000" charset="-122"/>
            </a:endParaRPr>
          </a:p>
          <a:p>
            <a:pPr marL="131445" algn="l">
              <a:lnSpc>
                <a:spcPct val="100000"/>
              </a:lnSpc>
              <a:spcBef>
                <a:spcPts val="5"/>
              </a:spcBef>
            </a:pPr>
            <a:r>
              <a:rPr lang="en-US" altLang="zh-CN" sz="1200" spc="20" dirty="0">
                <a:solidFill>
                  <a:srgbClr val="B68756"/>
                </a:solidFill>
                <a:latin typeface="苹方 常规" panose="020B0300000000000000" pitchFamily="34" charset="-122"/>
                <a:ea typeface="苹方 常规" panose="020B0300000000000000" pitchFamily="34" charset="-122"/>
              </a:rPr>
              <a:t>"</a:t>
            </a:r>
            <a:r>
              <a:rPr lang="en-US" altLang="zh-CN" sz="1200" spc="25" dirty="0">
                <a:solidFill>
                  <a:srgbClr val="B68756"/>
                </a:solidFill>
                <a:latin typeface="苹方 常规" panose="020B0300000000000000" pitchFamily="34" charset="-122"/>
                <a:ea typeface="苹方 常规" panose="020B0300000000000000" pitchFamily="34" charset="-122"/>
              </a:rPr>
              <a:t>IEXS EXTRA" - the path to successful trading for you</a:t>
            </a:r>
          </a:p>
          <a:p>
            <a:pPr marL="118745" algn="l">
              <a:lnSpc>
                <a:spcPct val="100000"/>
              </a:lnSpc>
              <a:spcBef>
                <a:spcPts val="30"/>
              </a:spcBef>
            </a:pPr>
            <a:endParaRPr lang="en-US" altLang="zh-CN" sz="900" dirty="0">
              <a:latin typeface="苹方 常规" panose="020B0300000000000000" pitchFamily="34" charset="-122"/>
              <a:ea typeface="苹方 常规" panose="020B0300000000000000" pitchFamily="34" charset="-122"/>
              <a:cs typeface="苹方 常规" panose="020B0300000000000000" charset="-122"/>
            </a:endParaRPr>
          </a:p>
          <a:p>
            <a:pPr marL="131445" marR="161290" algn="l">
              <a:lnSpc>
                <a:spcPct val="144000"/>
              </a:lnSpc>
            </a:pPr>
            <a:r>
              <a:rPr lang="en-US" altLang="zh-CN" sz="900" dirty="0">
                <a:solidFill>
                  <a:schemeClr val="bg1">
                    <a:lumMod val="50000"/>
                  </a:schemeClr>
                </a:solidFill>
                <a:latin typeface="苹方 常规" panose="020B0300000000000000" pitchFamily="34" charset="-122"/>
                <a:ea typeface="苹方 常规" panose="020B0300000000000000" pitchFamily="34" charset="-122"/>
                <a:cs typeface="Times New Roman" panose="02020603050405020304" pitchFamily="18" charset="0"/>
              </a:rPr>
              <a:t>"IEXS EXTRA", which benefits from the support of the Group's investment banking business (MMF), is a fully intelligent and value-added service available to all clients, allowing you to earn a stable compounded return on the available margin in your account while investing and trading without affecting your trading at all. Maximize the benefits of your investment. The annualized interest rate can be as high as 5%, and clients can easily earn compounded earnings on a daily basis for trading accounts with available margin of more than $5,000, and can simply log in to their IEXS member </a:t>
            </a:r>
            <a:r>
              <a:rPr lang="en-US" altLang="zh-CN" sz="900" dirty="0" err="1">
                <a:solidFill>
                  <a:schemeClr val="bg1">
                    <a:lumMod val="50000"/>
                  </a:schemeClr>
                </a:solidFill>
                <a:latin typeface="苹方 常规" panose="020B0300000000000000" pitchFamily="34" charset="-122"/>
                <a:ea typeface="苹方 常规" panose="020B0300000000000000" pitchFamily="34" charset="-122"/>
                <a:cs typeface="Times New Roman" panose="02020603050405020304" pitchFamily="18" charset="0"/>
              </a:rPr>
              <a:t>centre</a:t>
            </a:r>
            <a:r>
              <a:rPr lang="en-US" altLang="zh-CN" sz="900" dirty="0">
                <a:solidFill>
                  <a:schemeClr val="bg1">
                    <a:lumMod val="50000"/>
                  </a:schemeClr>
                </a:solidFill>
                <a:latin typeface="苹方 常规" panose="020B0300000000000000" pitchFamily="34" charset="-122"/>
                <a:ea typeface="苹方 常规" panose="020B0300000000000000" pitchFamily="34" charset="-122"/>
                <a:cs typeface="Times New Roman" panose="02020603050405020304" pitchFamily="18" charset="0"/>
              </a:rPr>
              <a:t> to find compounded earnings records on the funds in and out.</a:t>
            </a:r>
            <a:endParaRPr lang="en-US" sz="900" spc="-5" dirty="0">
              <a:solidFill>
                <a:schemeClr val="bg1">
                  <a:lumMod val="50000"/>
                </a:schemeClr>
              </a:solidFill>
              <a:latin typeface="苹方 常规" panose="020B0300000000000000" pitchFamily="34" charset="-122"/>
              <a:ea typeface="苹方 常规" panose="020B0300000000000000" pitchFamily="34" charset="-122"/>
              <a:cs typeface="苹方 常规" panose="020B0300000000000000" charset="-122"/>
            </a:endParaRPr>
          </a:p>
        </p:txBody>
      </p:sp>
      <p:sp>
        <p:nvSpPr>
          <p:cNvPr id="15" name="object 5">
            <a:extLst>
              <a:ext uri="{FF2B5EF4-FFF2-40B4-BE49-F238E27FC236}">
                <a16:creationId xmlns:a16="http://schemas.microsoft.com/office/drawing/2014/main" id="{A08D325D-E3AD-88E7-010B-F527F1B7C0BC}"/>
              </a:ext>
            </a:extLst>
          </p:cNvPr>
          <p:cNvSpPr txBox="1"/>
          <p:nvPr/>
        </p:nvSpPr>
        <p:spPr>
          <a:xfrm>
            <a:off x="597976" y="5264797"/>
            <a:ext cx="6107624" cy="983603"/>
          </a:xfrm>
          <a:prstGeom prst="rect">
            <a:avLst/>
          </a:prstGeom>
        </p:spPr>
        <p:txBody>
          <a:bodyPr vert="horz" wrap="square" lIns="0" tIns="13970" rIns="0" bIns="0" rtlCol="0">
            <a:spAutoFit/>
          </a:bodyPr>
          <a:lstStyle/>
          <a:p>
            <a:pPr marL="282575" indent="-269875">
              <a:lnSpc>
                <a:spcPct val="100000"/>
              </a:lnSpc>
              <a:spcBef>
                <a:spcPts val="110"/>
              </a:spcBef>
              <a:buClr>
                <a:srgbClr val="B68756"/>
              </a:buClr>
              <a:buFont typeface="Symbol" panose="05050102010706020507"/>
              <a:buChar char=""/>
              <a:tabLst>
                <a:tab pos="281940" algn="l"/>
                <a:tab pos="282575" algn="l"/>
              </a:tabLst>
            </a:pPr>
            <a:r>
              <a:rPr lang="en-US" altLang="zh-CN" sz="900" spc="-5" dirty="0">
                <a:solidFill>
                  <a:srgbClr val="948980"/>
                </a:solidFill>
                <a:latin typeface="苹方 常规" panose="020B0300000000000000" pitchFamily="34" charset="-122"/>
                <a:ea typeface="苹方 常规" panose="020B0300000000000000" pitchFamily="34" charset="-122"/>
              </a:rPr>
              <a:t>Unlimited Compounding Bonus The higher the available margin, the higher the return</a:t>
            </a:r>
            <a:endParaRPr sz="900" spc="-5" dirty="0">
              <a:solidFill>
                <a:srgbClr val="948980"/>
              </a:solidFill>
              <a:latin typeface="苹方 常规" panose="020B0300000000000000" pitchFamily="34" charset="-122"/>
              <a:ea typeface="苹方 常规" panose="020B0300000000000000" pitchFamily="34" charset="-122"/>
            </a:endParaRPr>
          </a:p>
          <a:p>
            <a:pPr marL="281940">
              <a:lnSpc>
                <a:spcPct val="100000"/>
              </a:lnSpc>
            </a:pPr>
            <a:endParaRPr lang="en-US" sz="900" dirty="0">
              <a:latin typeface="苹方 常规" panose="020B0300000000000000" pitchFamily="34" charset="-122"/>
              <a:ea typeface="苹方 常规" panose="020B0300000000000000" pitchFamily="34" charset="-122"/>
              <a:cs typeface="苹方 常规" panose="020B0300000000000000" charset="-122"/>
            </a:endParaRPr>
          </a:p>
          <a:p>
            <a:pPr marL="282575" indent="-269875">
              <a:buClr>
                <a:srgbClr val="B68756"/>
              </a:buClr>
              <a:buFont typeface="Symbol" panose="05050102010706020507"/>
              <a:buChar char=""/>
              <a:tabLst>
                <a:tab pos="281940" algn="l"/>
                <a:tab pos="282575" algn="l"/>
              </a:tabLst>
            </a:pPr>
            <a:r>
              <a:rPr lang="en-US" altLang="zh-CN" sz="900" spc="-5" dirty="0">
                <a:solidFill>
                  <a:srgbClr val="948980"/>
                </a:solidFill>
                <a:latin typeface="苹方 常规" panose="020B0300000000000000" pitchFamily="34" charset="-122"/>
                <a:ea typeface="苹方 常规" panose="020B0300000000000000" pitchFamily="34" charset="-122"/>
              </a:rPr>
              <a:t>Settlement of rewards on a daily basis Provides clients with the flexibility and freedom to mix and match</a:t>
            </a:r>
            <a:endParaRPr sz="900" spc="-5" dirty="0">
              <a:solidFill>
                <a:srgbClr val="948980"/>
              </a:solidFill>
              <a:latin typeface="苹方 常规" panose="020B0300000000000000" pitchFamily="34" charset="-122"/>
              <a:ea typeface="苹方 常规" panose="020B0300000000000000" pitchFamily="34" charset="-122"/>
            </a:endParaRPr>
          </a:p>
          <a:p>
            <a:pPr>
              <a:lnSpc>
                <a:spcPct val="100000"/>
              </a:lnSpc>
              <a:spcBef>
                <a:spcPts val="45"/>
              </a:spcBef>
            </a:pPr>
            <a:endParaRPr sz="900" dirty="0">
              <a:latin typeface="苹方 常规" panose="020B0300000000000000" pitchFamily="34" charset="-122"/>
              <a:ea typeface="苹方 常规" panose="020B0300000000000000" pitchFamily="34" charset="-122"/>
              <a:cs typeface="苹方 常规" panose="020B0300000000000000" charset="-122"/>
            </a:endParaRPr>
          </a:p>
          <a:p>
            <a:pPr marL="282575" indent="-269875">
              <a:lnSpc>
                <a:spcPct val="100000"/>
              </a:lnSpc>
              <a:buClr>
                <a:srgbClr val="B68756"/>
              </a:buClr>
              <a:buFont typeface="Symbol" panose="05050102010706020507"/>
              <a:buChar char=""/>
              <a:tabLst>
                <a:tab pos="281940" algn="l"/>
                <a:tab pos="282575" algn="l"/>
              </a:tabLst>
            </a:pPr>
            <a:r>
              <a:rPr lang="en-US" altLang="zh-CN" sz="900" spc="-5" dirty="0">
                <a:solidFill>
                  <a:srgbClr val="948980"/>
                </a:solidFill>
                <a:latin typeface="苹方 常规" panose="020B0300000000000000" pitchFamily="34" charset="-122"/>
                <a:ea typeface="苹方 常规" panose="020B0300000000000000" pitchFamily="34" charset="-122"/>
              </a:rPr>
              <a:t>Minimum entry requirement for all clients Easy to earn compounding</a:t>
            </a:r>
            <a:endParaRPr lang="en-US" sz="900" spc="-5" dirty="0">
              <a:solidFill>
                <a:srgbClr val="948980"/>
              </a:solidFill>
              <a:latin typeface="苹方 常规" panose="020B0300000000000000" pitchFamily="34" charset="-122"/>
              <a:ea typeface="苹方 常规" panose="020B0300000000000000" pitchFamily="34" charset="-122"/>
            </a:endParaRPr>
          </a:p>
          <a:p>
            <a:pPr marL="282575" indent="-269875">
              <a:lnSpc>
                <a:spcPct val="100000"/>
              </a:lnSpc>
              <a:buClr>
                <a:srgbClr val="F04C35"/>
              </a:buClr>
              <a:buFont typeface="Symbol" panose="05050102010706020507"/>
              <a:buChar char=""/>
              <a:tabLst>
                <a:tab pos="281940" algn="l"/>
                <a:tab pos="282575" algn="l"/>
              </a:tabLst>
            </a:pPr>
            <a:endParaRPr lang="en-US" sz="900" spc="-5" dirty="0">
              <a:solidFill>
                <a:srgbClr val="948980"/>
              </a:solidFill>
              <a:latin typeface="苹方 常规" panose="020B0300000000000000" pitchFamily="34" charset="-122"/>
              <a:ea typeface="苹方 常规" panose="020B0300000000000000" pitchFamily="34" charset="-122"/>
            </a:endParaRPr>
          </a:p>
          <a:p>
            <a:pPr marL="282575" indent="-269875">
              <a:lnSpc>
                <a:spcPct val="100000"/>
              </a:lnSpc>
              <a:buClr>
                <a:srgbClr val="B68756"/>
              </a:buClr>
              <a:buFont typeface="Symbol" panose="05050102010706020507"/>
              <a:buChar char=""/>
              <a:tabLst>
                <a:tab pos="281940" algn="l"/>
                <a:tab pos="282575" algn="l"/>
              </a:tabLst>
            </a:pPr>
            <a:r>
              <a:rPr lang="en-US" altLang="zh-CN" sz="900" spc="-5" dirty="0">
                <a:solidFill>
                  <a:srgbClr val="948980"/>
                </a:solidFill>
                <a:latin typeface="苹方 常规" panose="020B0300000000000000" pitchFamily="34" charset="-122"/>
                <a:ea typeface="苹方 常规" panose="020B0300000000000000" pitchFamily="34" charset="-122"/>
              </a:rPr>
              <a:t>No need to hold orders to enjoy the compounding program</a:t>
            </a:r>
            <a:endParaRPr sz="900" spc="-5" dirty="0">
              <a:solidFill>
                <a:srgbClr val="948980"/>
              </a:solidFill>
              <a:latin typeface="苹方 常规" panose="020B0300000000000000" pitchFamily="34" charset="-122"/>
              <a:ea typeface="苹方 常规" panose="020B0300000000000000" pitchFamily="34" charset="-122"/>
            </a:endParaRPr>
          </a:p>
        </p:txBody>
      </p:sp>
      <p:sp>
        <p:nvSpPr>
          <p:cNvPr id="16" name="object 6">
            <a:extLst>
              <a:ext uri="{FF2B5EF4-FFF2-40B4-BE49-F238E27FC236}">
                <a16:creationId xmlns:a16="http://schemas.microsoft.com/office/drawing/2014/main" id="{A928A6AF-03B0-A35B-58CD-C7EE709C1CF6}"/>
              </a:ext>
            </a:extLst>
          </p:cNvPr>
          <p:cNvSpPr txBox="1"/>
          <p:nvPr/>
        </p:nvSpPr>
        <p:spPr>
          <a:xfrm>
            <a:off x="526795" y="6400800"/>
            <a:ext cx="7326376" cy="1990160"/>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“IEXS</a:t>
            </a:r>
            <a:r>
              <a:rPr sz="1200" spc="45"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sz="1200" spc="2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EXTRA”-</a:t>
            </a:r>
            <a:r>
              <a:rPr sz="1200" spc="50" dirty="0">
                <a:solidFill>
                  <a:srgbClr val="B68756"/>
                </a:solidFill>
                <a:latin typeface="苹方 常规" panose="020B0300000000000000" pitchFamily="34" charset="-122"/>
                <a:ea typeface="苹方 常规" panose="020B0300000000000000" pitchFamily="34" charset="-122"/>
                <a:cs typeface="苹方 常规" panose="020B0300000000000000" charset="-122"/>
              </a:rPr>
              <a:t> </a:t>
            </a:r>
            <a:r>
              <a:rPr lang="en-US" altLang="zh-CN" sz="1200" spc="25" dirty="0">
                <a:solidFill>
                  <a:srgbClr val="B68756"/>
                </a:solidFill>
                <a:latin typeface="苹方 常规" panose="020B0300000000000000" pitchFamily="34" charset="-122"/>
                <a:ea typeface="苹方 常规" panose="020B0300000000000000" pitchFamily="34" charset="-122"/>
              </a:rPr>
              <a:t>Calculation method</a:t>
            </a:r>
            <a:endParaRPr sz="1200" spc="25" dirty="0">
              <a:solidFill>
                <a:srgbClr val="B68756"/>
              </a:solidFill>
              <a:latin typeface="苹方 常规" panose="020B0300000000000000" pitchFamily="34" charset="-122"/>
              <a:ea typeface="苹方 常规" panose="020B0300000000000000" pitchFamily="34" charset="-122"/>
            </a:endParaRPr>
          </a:p>
          <a:p>
            <a:pPr marL="12700" marR="721360">
              <a:lnSpc>
                <a:spcPct val="196000"/>
              </a:lnSpc>
              <a:spcBef>
                <a:spcPts val="995"/>
              </a:spcBef>
              <a:tabLst>
                <a:tab pos="1978025" algn="l"/>
              </a:tabLst>
            </a:pPr>
            <a:r>
              <a:rPr lang="en-US" altLang="zh-CN" sz="900" spc="-5" dirty="0">
                <a:solidFill>
                  <a:srgbClr val="948980"/>
                </a:solidFill>
                <a:latin typeface="苹方 常规" panose="020B0300000000000000" pitchFamily="34" charset="-122"/>
                <a:ea typeface="苹方 常规" panose="020B0300000000000000" pitchFamily="34" charset="-122"/>
              </a:rPr>
              <a:t>Available Margin: USD 128,000.00 If the IEXS EXTRA "Premium Compounding" is earned on that day: 5 % per annum    The formula is: Available Margin x "IEXS EXTRA Premium Compound" ÷ 365 days = Daily Compounding Bonus</a:t>
            </a:r>
            <a:endParaRPr sz="900" spc="-5" dirty="0">
              <a:solidFill>
                <a:srgbClr val="948980"/>
              </a:solidFill>
              <a:latin typeface="苹方 常规" panose="020B0300000000000000" pitchFamily="34" charset="-122"/>
              <a:ea typeface="苹方 常规" panose="020B0300000000000000" pitchFamily="34" charset="-122"/>
            </a:endParaRPr>
          </a:p>
          <a:p>
            <a:pPr marL="12700">
              <a:lnSpc>
                <a:spcPct val="100000"/>
              </a:lnSpc>
              <a:spcBef>
                <a:spcPts val="1005"/>
              </a:spcBef>
            </a:pP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lang="en-US" altLang="zh-CN" sz="900" spc="5" dirty="0">
                <a:solidFill>
                  <a:srgbClr val="948980"/>
                </a:solidFill>
                <a:latin typeface="苹方 常规" panose="020B0300000000000000" pitchFamily="34" charset="-122"/>
                <a:ea typeface="苹方 常规" panose="020B0300000000000000" pitchFamily="34" charset="-122"/>
              </a:rPr>
              <a:t>Then the daily compounding bonus is USD 128,000 x 5 % ÷ 365 = USD 17.53*</a:t>
            </a:r>
            <a:endParaRPr sz="900" spc="5" dirty="0">
              <a:solidFill>
                <a:srgbClr val="948980"/>
              </a:solidFill>
              <a:latin typeface="苹方 常规" panose="020B0300000000000000" pitchFamily="34" charset="-122"/>
              <a:ea typeface="苹方 常规" panose="020B0300000000000000" pitchFamily="34" charset="-122"/>
            </a:endParaRPr>
          </a:p>
          <a:p>
            <a:pPr marL="12700" marR="5080">
              <a:lnSpc>
                <a:spcPts val="2210"/>
              </a:lnSpc>
              <a:spcBef>
                <a:spcPts val="165"/>
              </a:spcBef>
            </a:pP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sz="900" b="0" spc="-10"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lang="en-US" altLang="zh-CN" sz="900" spc="-5" dirty="0">
                <a:solidFill>
                  <a:srgbClr val="948980"/>
                </a:solidFill>
                <a:latin typeface="苹方 常规" panose="020B0300000000000000" pitchFamily="34" charset="-122"/>
                <a:ea typeface="苹方 常规" panose="020B0300000000000000" pitchFamily="34" charset="-122"/>
              </a:rPr>
              <a:t>"IEXS EXTRA Premium Compounding Rate" is a floating rate and is related to the daily bank borrowing rate, the above calculation is for reference only</a:t>
            </a:r>
            <a:r>
              <a:rPr lang="en-US" sz="900" spc="-5" dirty="0">
                <a:solidFill>
                  <a:srgbClr val="948980"/>
                </a:solidFill>
                <a:latin typeface="苹方 常规" panose="020B0300000000000000" pitchFamily="34" charset="-122"/>
                <a:ea typeface="苹方 常规" panose="020B0300000000000000" pitchFamily="34" charset="-122"/>
              </a:rPr>
              <a:t>  </a:t>
            </a:r>
          </a:p>
          <a:p>
            <a:pPr marL="12700" marR="5080">
              <a:lnSpc>
                <a:spcPts val="2210"/>
              </a:lnSpc>
              <a:spcBef>
                <a:spcPts val="165"/>
              </a:spcBef>
            </a:pPr>
            <a:r>
              <a:rPr sz="900" spc="-5" dirty="0">
                <a:solidFill>
                  <a:srgbClr val="948980"/>
                </a:solidFill>
                <a:latin typeface="苹方 常规" panose="020B0300000000000000" pitchFamily="34" charset="-122"/>
                <a:ea typeface="苹方 常规" panose="020B0300000000000000" pitchFamily="34" charset="-122"/>
              </a:rPr>
              <a:t>***  </a:t>
            </a:r>
            <a:r>
              <a:rPr lang="en-US" altLang="zh-CN" sz="900" spc="-5" dirty="0">
                <a:solidFill>
                  <a:srgbClr val="948980"/>
                </a:solidFill>
                <a:latin typeface="苹方 常规" panose="020B0300000000000000" pitchFamily="34" charset="-122"/>
                <a:ea typeface="苹方 常规" panose="020B0300000000000000" pitchFamily="34" charset="-122"/>
              </a:rPr>
              <a:t>The calculation must meet all of the following conditions. </a:t>
            </a:r>
            <a:endParaRPr sz="900" spc="-5" dirty="0">
              <a:solidFill>
                <a:srgbClr val="948980"/>
              </a:solidFill>
              <a:latin typeface="苹方 常规" panose="020B0300000000000000" pitchFamily="34" charset="-122"/>
              <a:ea typeface="苹方 常规" panose="020B0300000000000000" pitchFamily="34" charset="-122"/>
            </a:endParaRPr>
          </a:p>
        </p:txBody>
      </p:sp>
      <p:sp>
        <p:nvSpPr>
          <p:cNvPr id="17" name="object 7">
            <a:extLst>
              <a:ext uri="{FF2B5EF4-FFF2-40B4-BE49-F238E27FC236}">
                <a16:creationId xmlns:a16="http://schemas.microsoft.com/office/drawing/2014/main" id="{14235584-FA63-325A-1F7E-CB77997EAF5F}"/>
              </a:ext>
            </a:extLst>
          </p:cNvPr>
          <p:cNvSpPr txBox="1"/>
          <p:nvPr/>
        </p:nvSpPr>
        <p:spPr>
          <a:xfrm>
            <a:off x="533400" y="8409286"/>
            <a:ext cx="4953000" cy="658514"/>
          </a:xfrm>
          <a:prstGeom prst="rect">
            <a:avLst/>
          </a:prstGeom>
        </p:spPr>
        <p:txBody>
          <a:bodyPr vert="horz" wrap="square" lIns="0" tIns="88265" rIns="0" bIns="0" rtlCol="0">
            <a:spAutoFit/>
          </a:bodyPr>
          <a:lstStyle/>
          <a:p>
            <a:pPr marL="241300" indent="-228600">
              <a:lnSpc>
                <a:spcPct val="100000"/>
              </a:lnSpc>
              <a:spcBef>
                <a:spcPts val="600"/>
              </a:spcBef>
              <a:buFont typeface="+mj-lt"/>
              <a:buAutoNum type="arabicPeriod"/>
              <a:tabLst>
                <a:tab pos="240665" algn="l"/>
                <a:tab pos="241300" algn="l"/>
              </a:tabLst>
            </a:pPr>
            <a:r>
              <a:rPr lang="en-US" altLang="zh-CN" sz="900" spc="-5" dirty="0">
                <a:solidFill>
                  <a:srgbClr val="948980"/>
                </a:solidFill>
                <a:latin typeface="苹方 常规" panose="020B0300000000000000" pitchFamily="34" charset="-122"/>
                <a:ea typeface="苹方 常规" panose="020B0300000000000000" pitchFamily="34" charset="-122"/>
              </a:rPr>
              <a:t>The available margin in the trading account must be higher than USD 5,000.</a:t>
            </a:r>
            <a:endParaRPr sz="900" spc="-5" dirty="0">
              <a:solidFill>
                <a:srgbClr val="948980"/>
              </a:solidFill>
              <a:latin typeface="苹方 常规" panose="020B0300000000000000" pitchFamily="34" charset="-122"/>
              <a:ea typeface="苹方 常规" panose="020B0300000000000000" pitchFamily="34" charset="-122"/>
            </a:endParaRPr>
          </a:p>
          <a:p>
            <a:pPr marL="241300" indent="-228600">
              <a:spcBef>
                <a:spcPts val="600"/>
              </a:spcBef>
              <a:buFontTx/>
              <a:buAutoNum type="arabicPeriod"/>
              <a:tabLst>
                <a:tab pos="240665" algn="l"/>
                <a:tab pos="241300" algn="l"/>
              </a:tabLst>
            </a:pPr>
            <a:r>
              <a:rPr lang="en-US" altLang="zh-CN" sz="900" spc="-5" dirty="0">
                <a:solidFill>
                  <a:srgbClr val="948980"/>
                </a:solidFill>
                <a:latin typeface="苹方 常规" panose="020B0300000000000000" pitchFamily="34" charset="-122"/>
                <a:ea typeface="苹方 常规" panose="020B0300000000000000" pitchFamily="34" charset="-122"/>
              </a:rPr>
              <a:t>The number of days per year for the calculation of annual compounding: 365</a:t>
            </a:r>
            <a:r>
              <a:rPr lang="en-US" altLang="zh-TW" sz="900" spc="-5" dirty="0">
                <a:solidFill>
                  <a:srgbClr val="948980"/>
                </a:solidFill>
                <a:latin typeface="苹方 常规" panose="020B0300000000000000" pitchFamily="34" charset="-122"/>
                <a:ea typeface="苹方 常规" panose="020B0300000000000000" pitchFamily="34" charset="-122"/>
                <a:sym typeface="+mn-ea"/>
              </a:rPr>
              <a:t>	</a:t>
            </a:r>
          </a:p>
          <a:p>
            <a:pPr marL="241300" indent="-228600">
              <a:spcBef>
                <a:spcPts val="600"/>
              </a:spcBef>
              <a:buFontTx/>
              <a:buAutoNum type="arabicPeriod"/>
              <a:tabLst>
                <a:tab pos="240665" algn="l"/>
                <a:tab pos="241300" algn="l"/>
              </a:tabLst>
            </a:pPr>
            <a:r>
              <a:rPr lang="en-US" altLang="zh-CN" sz="900" spc="-5" dirty="0">
                <a:solidFill>
                  <a:srgbClr val="948980"/>
                </a:solidFill>
                <a:latin typeface="苹方 常规" panose="020B0300000000000000" pitchFamily="34" charset="-122"/>
                <a:ea typeface="苹方 常规" panose="020B0300000000000000" pitchFamily="34" charset="-122"/>
              </a:rPr>
              <a:t>The PAMM trading account does not benefit from the compounding scheme</a:t>
            </a:r>
            <a:endParaRPr lang="zh-TW" altLang="en-US" sz="900" spc="-5" dirty="0">
              <a:solidFill>
                <a:srgbClr val="948980"/>
              </a:solidFill>
              <a:latin typeface="苹方 常规" panose="020B0300000000000000" pitchFamily="34" charset="-122"/>
              <a:ea typeface="苹方 常规" panose="020B0300000000000000" pitchFamily="34" charset="-122"/>
            </a:endParaRPr>
          </a:p>
        </p:txBody>
      </p:sp>
      <p:sp>
        <p:nvSpPr>
          <p:cNvPr id="18" name="object 8">
            <a:extLst>
              <a:ext uri="{FF2B5EF4-FFF2-40B4-BE49-F238E27FC236}">
                <a16:creationId xmlns:a16="http://schemas.microsoft.com/office/drawing/2014/main" id="{002CB8B9-58FD-7C76-090B-42B89AAEA812}"/>
              </a:ext>
            </a:extLst>
          </p:cNvPr>
          <p:cNvSpPr txBox="1"/>
          <p:nvPr/>
        </p:nvSpPr>
        <p:spPr>
          <a:xfrm>
            <a:off x="533400" y="9067800"/>
            <a:ext cx="7010400" cy="424027"/>
          </a:xfrm>
          <a:prstGeom prst="rect">
            <a:avLst/>
          </a:prstGeom>
        </p:spPr>
        <p:txBody>
          <a:bodyPr vert="horz" wrap="square" lIns="0" tIns="12065" rIns="0" bIns="0" rtlCol="0">
            <a:spAutoFit/>
          </a:bodyPr>
          <a:lstStyle/>
          <a:p>
            <a:pPr marL="241300" marR="5080" indent="-228600">
              <a:lnSpc>
                <a:spcPct val="156000"/>
              </a:lnSpc>
              <a:spcBef>
                <a:spcPts val="95"/>
              </a:spcBef>
              <a:tabLst>
                <a:tab pos="240665" algn="l"/>
              </a:tabLst>
            </a:pPr>
            <a:r>
              <a:rPr lang="en-US"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4</a:t>
            </a:r>
            <a:r>
              <a:rPr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	</a:t>
            </a:r>
            <a:r>
              <a:rPr lang="en-US" sz="900" b="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T</a:t>
            </a:r>
            <a:r>
              <a:rPr lang="en-US" altLang="zh-CN" sz="900" spc="-5" dirty="0">
                <a:solidFill>
                  <a:srgbClr val="948980"/>
                </a:solidFill>
                <a:latin typeface="苹方 常规" panose="020B0300000000000000" pitchFamily="34" charset="-122"/>
                <a:ea typeface="苹方 常规" panose="020B0300000000000000" pitchFamily="34" charset="-122"/>
              </a:rPr>
              <a:t>he settlement time is 22:00-24:00 GMT (GMT+0) daily, the settlement time process may vary depending on the user's activity level and will be credited to the client's wallet uniformly by 06:00 the following day.</a:t>
            </a:r>
            <a:endParaRPr sz="900" spc="-5" dirty="0">
              <a:solidFill>
                <a:srgbClr val="948980"/>
              </a:solidFill>
              <a:latin typeface="苹方 常规" panose="020B0300000000000000" pitchFamily="34" charset="-122"/>
              <a:ea typeface="苹方 常规" panose="020B0300000000000000" pitchFamily="34" charset="-122"/>
            </a:endParaRPr>
          </a:p>
        </p:txBody>
      </p:sp>
      <p:sp>
        <p:nvSpPr>
          <p:cNvPr id="19" name="object 9">
            <a:extLst>
              <a:ext uri="{FF2B5EF4-FFF2-40B4-BE49-F238E27FC236}">
                <a16:creationId xmlns:a16="http://schemas.microsoft.com/office/drawing/2014/main" id="{8C29B37B-C777-F119-B9FD-3F7330A7CB87}"/>
              </a:ext>
            </a:extLst>
          </p:cNvPr>
          <p:cNvSpPr txBox="1"/>
          <p:nvPr/>
        </p:nvSpPr>
        <p:spPr>
          <a:xfrm>
            <a:off x="526794" y="9662446"/>
            <a:ext cx="4426205" cy="167354"/>
          </a:xfrm>
          <a:prstGeom prst="rect">
            <a:avLst/>
          </a:prstGeom>
        </p:spPr>
        <p:txBody>
          <a:bodyPr vert="horz" wrap="square" lIns="0" tIns="13335" rIns="0" bIns="0" rtlCol="0">
            <a:spAutoFit/>
          </a:bodyPr>
          <a:lstStyle/>
          <a:p>
            <a:pPr marL="12700">
              <a:lnSpc>
                <a:spcPct val="100000"/>
              </a:lnSpc>
              <a:spcBef>
                <a:spcPts val="105"/>
              </a:spcBef>
            </a:pPr>
            <a:r>
              <a:rPr sz="10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rPr>
              <a:t>**</a:t>
            </a:r>
            <a:r>
              <a:rPr lang="en-US" altLang="zh-CN" sz="1000" spc="-5" dirty="0">
                <a:solidFill>
                  <a:srgbClr val="948980"/>
                </a:solidFill>
                <a:latin typeface="苹方 常规" panose="020B0300000000000000" pitchFamily="34" charset="-122"/>
                <a:ea typeface="苹方 常规" panose="020B0300000000000000" pitchFamily="34" charset="-122"/>
              </a:rPr>
              <a:t>The offer is subject to the relevant terms and conditions.</a:t>
            </a:r>
            <a:endParaRPr sz="1000" spc="-5" dirty="0">
              <a:solidFill>
                <a:srgbClr val="948980"/>
              </a:solidFill>
              <a:latin typeface="苹方 常规" panose="020B0300000000000000" pitchFamily="34" charset="-122"/>
              <a:ea typeface="苹方 常规" panose="020B0300000000000000" pitchFamily="34" charset="-122"/>
              <a:cs typeface="苹方 常规" panose="020B0300000000000000" charset="-122"/>
            </a:endParaRPr>
          </a:p>
        </p:txBody>
      </p:sp>
    </p:spTree>
    <p:extLst>
      <p:ext uri="{BB962C8B-B14F-4D97-AF65-F5344CB8AC3E}">
        <p14:creationId xmlns:p14="http://schemas.microsoft.com/office/powerpoint/2010/main" val="2890887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62A26-5A4C-4A36-8F23-9923661611CA}"/>
            </a:ext>
          </a:extLst>
        </p:cNvPr>
        <p:cNvGrpSpPr/>
        <p:nvPr/>
      </p:nvGrpSpPr>
      <p:grpSpPr>
        <a:xfrm>
          <a:off x="0" y="0"/>
          <a:ext cx="0" cy="0"/>
          <a:chOff x="0" y="0"/>
          <a:chExt cx="0" cy="0"/>
        </a:xfrm>
      </p:grpSpPr>
      <p:sp>
        <p:nvSpPr>
          <p:cNvPr id="4" name="object 5">
            <a:extLst>
              <a:ext uri="{FF2B5EF4-FFF2-40B4-BE49-F238E27FC236}">
                <a16:creationId xmlns:a16="http://schemas.microsoft.com/office/drawing/2014/main" id="{2D316921-D6C7-99C8-F145-FFC4A8D6EFF3}"/>
              </a:ext>
            </a:extLst>
          </p:cNvPr>
          <p:cNvSpPr txBox="1"/>
          <p:nvPr/>
        </p:nvSpPr>
        <p:spPr>
          <a:xfrm>
            <a:off x="498220" y="3016620"/>
            <a:ext cx="6688078" cy="2850780"/>
          </a:xfrm>
          <a:prstGeom prst="rect">
            <a:avLst/>
          </a:prstGeom>
        </p:spPr>
        <p:txBody>
          <a:bodyPr vert="horz" wrap="square" lIns="0" tIns="13970" rIns="0" bIns="0" rtlCol="0">
            <a:spAutoFit/>
          </a:bodyPr>
          <a:lstStyle/>
          <a:p>
            <a:pPr marL="12700">
              <a:lnSpc>
                <a:spcPct val="100000"/>
              </a:lnSpc>
              <a:spcBef>
                <a:spcPts val="110"/>
              </a:spcBef>
            </a:pPr>
            <a:r>
              <a:rPr lang="en-US" altLang="zh-CN" sz="900" spc="-5" dirty="0">
                <a:solidFill>
                  <a:srgbClr val="948980"/>
                </a:solidFill>
                <a:latin typeface="苹方 常规" panose="020B0300000000000000" pitchFamily="34" charset="-122"/>
                <a:ea typeface="苹方 常规" panose="020B0300000000000000" pitchFamily="34" charset="-122"/>
              </a:rPr>
              <a:t>**The rules and terms of the IEXS EXTRA are as follows:</a:t>
            </a:r>
            <a:endParaRPr sz="900" spc="-5" dirty="0">
              <a:solidFill>
                <a:srgbClr val="948980"/>
              </a:solidFill>
              <a:latin typeface="苹方 常规" panose="020B0300000000000000" pitchFamily="34" charset="-122"/>
              <a:ea typeface="苹方 常规" panose="020B0300000000000000" pitchFamily="34" charset="-122"/>
            </a:endParaRPr>
          </a:p>
          <a:p>
            <a:pPr marL="117475" indent="-105410">
              <a:lnSpc>
                <a:spcPct val="100000"/>
              </a:lnSpc>
              <a:spcBef>
                <a:spcPts val="1010"/>
              </a:spcBef>
              <a:buAutoNum type="arabicPeriod"/>
              <a:tabLst>
                <a:tab pos="118110" algn="l"/>
              </a:tabLst>
            </a:pPr>
            <a:r>
              <a:rPr lang="en-US" altLang="zh-CN" sz="900" spc="-5" dirty="0">
                <a:solidFill>
                  <a:srgbClr val="948980"/>
                </a:solidFill>
                <a:latin typeface="苹方 常规" panose="020B0300000000000000" pitchFamily="34" charset="-122"/>
                <a:ea typeface="苹方 常规" panose="020B0300000000000000" pitchFamily="34" charset="-122"/>
              </a:rPr>
              <a:t>This product is not a deposit or wealth management product, and investments in metallic derivatives should be made with caution as to the possible risks of the product.</a:t>
            </a:r>
            <a:endParaRPr sz="900" spc="-5" dirty="0">
              <a:solidFill>
                <a:srgbClr val="948980"/>
              </a:solidFill>
              <a:latin typeface="苹方 常规" panose="020B0300000000000000" pitchFamily="34" charset="-122"/>
              <a:ea typeface="苹方 常规" panose="020B0300000000000000" pitchFamily="34" charset="-122"/>
            </a:endParaRPr>
          </a:p>
          <a:p>
            <a:pPr marL="137160" indent="-125095">
              <a:lnSpc>
                <a:spcPct val="100000"/>
              </a:lnSpc>
              <a:spcBef>
                <a:spcPts val="1030"/>
              </a:spcBef>
              <a:buAutoNum type="arabicPeriod"/>
              <a:tabLst>
                <a:tab pos="137795" algn="l"/>
              </a:tabLst>
            </a:pPr>
            <a:r>
              <a:rPr lang="en-US" altLang="zh-CN" sz="900" spc="-5" dirty="0">
                <a:solidFill>
                  <a:srgbClr val="948980"/>
                </a:solidFill>
                <a:latin typeface="苹方 常规" panose="020B0300000000000000" pitchFamily="34" charset="-122"/>
                <a:ea typeface="苹方 常规" panose="020B0300000000000000" pitchFamily="34" charset="-122"/>
              </a:rPr>
              <a:t>The past performance of this product is not indicative of its future performance and does not constitute any guarantee of profit or profit sharing.</a:t>
            </a:r>
            <a:endParaRPr sz="900" spc="-5" dirty="0">
              <a:solidFill>
                <a:srgbClr val="948980"/>
              </a:solidFill>
              <a:latin typeface="苹方 常规" panose="020B0300000000000000" pitchFamily="34" charset="-122"/>
              <a:ea typeface="苹方 常规" panose="020B0300000000000000" pitchFamily="34" charset="-122"/>
            </a:endParaRPr>
          </a:p>
          <a:p>
            <a:pPr marL="137160" indent="-125095">
              <a:lnSpc>
                <a:spcPct val="100000"/>
              </a:lnSpc>
              <a:spcBef>
                <a:spcPts val="1010"/>
              </a:spcBef>
              <a:buAutoNum type="arabicPeriod"/>
              <a:tabLst>
                <a:tab pos="137795" algn="l"/>
              </a:tabLst>
            </a:pPr>
            <a:r>
              <a:rPr lang="en-US" altLang="zh-CN" sz="900" spc="-5" dirty="0">
                <a:solidFill>
                  <a:srgbClr val="948980"/>
                </a:solidFill>
                <a:latin typeface="苹方 常规" panose="020B0300000000000000" pitchFamily="34" charset="-122"/>
                <a:ea typeface="苹方 常规" panose="020B0300000000000000" pitchFamily="34" charset="-122"/>
              </a:rPr>
              <a:t>The amount of the bonus component of this product is the amount of the guarantee metals available to the client at the time of settlement and does not involve the client's principal and does not guarantee the investment income.</a:t>
            </a:r>
            <a:endParaRPr sz="900" spc="-5" dirty="0">
              <a:solidFill>
                <a:srgbClr val="948980"/>
              </a:solidFill>
              <a:latin typeface="苹方 常规" panose="020B0300000000000000" pitchFamily="34" charset="-122"/>
              <a:ea typeface="苹方 常规" panose="020B0300000000000000" pitchFamily="34" charset="-122"/>
            </a:endParaRPr>
          </a:p>
          <a:p>
            <a:pPr marL="139065" indent="-127000">
              <a:lnSpc>
                <a:spcPct val="100000"/>
              </a:lnSpc>
              <a:spcBef>
                <a:spcPts val="1030"/>
              </a:spcBef>
              <a:buAutoNum type="arabicPeriod"/>
              <a:tabLst>
                <a:tab pos="139700" algn="l"/>
              </a:tabLst>
            </a:pPr>
            <a:r>
              <a:rPr lang="en-US" altLang="zh-CN" sz="900" spc="-5" dirty="0">
                <a:solidFill>
                  <a:srgbClr val="948980"/>
                </a:solidFill>
                <a:latin typeface="苹方 常规" panose="020B0300000000000000" pitchFamily="34" charset="-122"/>
                <a:ea typeface="苹方 常规" panose="020B0300000000000000" pitchFamily="34" charset="-122"/>
              </a:rPr>
              <a:t>This product does not involve any change in position orders and your principal metal may be subject to loss due to market movements.</a:t>
            </a:r>
            <a:endParaRPr sz="900" spc="-5" dirty="0">
              <a:solidFill>
                <a:srgbClr val="948980"/>
              </a:solidFill>
              <a:latin typeface="苹方 常规" panose="020B0300000000000000" pitchFamily="34" charset="-122"/>
              <a:ea typeface="苹方 常规" panose="020B0300000000000000" pitchFamily="34" charset="-122"/>
            </a:endParaRPr>
          </a:p>
          <a:p>
            <a:pPr marL="137160" indent="-125095">
              <a:lnSpc>
                <a:spcPct val="100000"/>
              </a:lnSpc>
              <a:spcBef>
                <a:spcPts val="1010"/>
              </a:spcBef>
              <a:buAutoNum type="arabicPeriod"/>
              <a:tabLst>
                <a:tab pos="137795" algn="l"/>
              </a:tabLst>
            </a:pPr>
            <a:r>
              <a:rPr lang="en-US" altLang="zh-CN" sz="900" spc="-5" dirty="0">
                <a:solidFill>
                  <a:srgbClr val="948980"/>
                </a:solidFill>
                <a:latin typeface="苹方 常规" panose="020B0300000000000000" pitchFamily="34" charset="-122"/>
                <a:ea typeface="苹方 常规" panose="020B0300000000000000" pitchFamily="34" charset="-122"/>
              </a:rPr>
              <a:t>Please read the risk disclosure and product descriptions on this website carefully for detailed risk information and specific product information. You should be fully aware of the investment risks and invest with caution.</a:t>
            </a:r>
            <a:endParaRPr sz="900" spc="-5" dirty="0">
              <a:solidFill>
                <a:srgbClr val="948980"/>
              </a:solidFill>
              <a:latin typeface="苹方 常规" panose="020B0300000000000000" pitchFamily="34" charset="-122"/>
              <a:ea typeface="苹方 常规" panose="020B0300000000000000" pitchFamily="34" charset="-122"/>
            </a:endParaRPr>
          </a:p>
          <a:p>
            <a:pPr marL="137160" indent="-125095">
              <a:lnSpc>
                <a:spcPct val="100000"/>
              </a:lnSpc>
              <a:spcBef>
                <a:spcPts val="1030"/>
              </a:spcBef>
              <a:buAutoNum type="arabicPeriod"/>
              <a:tabLst>
                <a:tab pos="137795" algn="l"/>
              </a:tabLst>
            </a:pPr>
            <a:r>
              <a:rPr lang="en-US" altLang="zh-CN" sz="900" spc="-5" dirty="0">
                <a:solidFill>
                  <a:srgbClr val="948980"/>
                </a:solidFill>
                <a:latin typeface="苹方 常规" panose="020B0300000000000000" pitchFamily="34" charset="-122"/>
                <a:ea typeface="苹方 常规" panose="020B0300000000000000" pitchFamily="34" charset="-122"/>
              </a:rPr>
              <a:t>The compound interest and the maximum amount of this offer are determined by the Company at its discretion and are subject to change without prior notice.</a:t>
            </a:r>
            <a:endParaRPr sz="900" spc="-5" dirty="0">
              <a:solidFill>
                <a:srgbClr val="948980"/>
              </a:solidFill>
              <a:latin typeface="苹方 常规" panose="020B0300000000000000" pitchFamily="34" charset="-122"/>
              <a:ea typeface="苹方 常规" panose="020B0300000000000000" pitchFamily="34" charset="-122"/>
            </a:endParaRPr>
          </a:p>
          <a:p>
            <a:pPr marL="135255" indent="-123190">
              <a:lnSpc>
                <a:spcPct val="100000"/>
              </a:lnSpc>
              <a:spcBef>
                <a:spcPts val="1010"/>
              </a:spcBef>
              <a:buAutoNum type="arabicPeriod"/>
              <a:tabLst>
                <a:tab pos="135890" algn="l"/>
              </a:tabLst>
            </a:pPr>
            <a:r>
              <a:rPr lang="en-US" altLang="zh-CN" sz="900" spc="-5" dirty="0">
                <a:solidFill>
                  <a:srgbClr val="948980"/>
                </a:solidFill>
                <a:latin typeface="苹方 常规" panose="020B0300000000000000" pitchFamily="34" charset="-122"/>
                <a:ea typeface="苹方 常规" panose="020B0300000000000000" pitchFamily="34" charset="-122"/>
              </a:rPr>
              <a:t>In case of any dispute, the decision of IEXS Group shall be final.</a:t>
            </a:r>
            <a:endParaRPr sz="900" spc="-5" dirty="0">
              <a:solidFill>
                <a:srgbClr val="948980"/>
              </a:solidFill>
              <a:latin typeface="苹方 常规" panose="020B0300000000000000" pitchFamily="34" charset="-122"/>
              <a:ea typeface="苹方 常规" panose="020B0300000000000000" pitchFamily="34" charset="-122"/>
            </a:endParaRPr>
          </a:p>
        </p:txBody>
      </p:sp>
      <p:sp>
        <p:nvSpPr>
          <p:cNvPr id="5" name="object 6">
            <a:extLst>
              <a:ext uri="{FF2B5EF4-FFF2-40B4-BE49-F238E27FC236}">
                <a16:creationId xmlns:a16="http://schemas.microsoft.com/office/drawing/2014/main" id="{ACABDFE4-3AF0-32BA-8B3F-88E6554423D0}"/>
              </a:ext>
            </a:extLst>
          </p:cNvPr>
          <p:cNvSpPr txBox="1"/>
          <p:nvPr/>
        </p:nvSpPr>
        <p:spPr>
          <a:xfrm>
            <a:off x="526795" y="6037262"/>
            <a:ext cx="6788405" cy="820738"/>
          </a:xfrm>
          <a:prstGeom prst="rect">
            <a:avLst/>
          </a:prstGeom>
        </p:spPr>
        <p:txBody>
          <a:bodyPr vert="horz" wrap="square" lIns="0" tIns="13970" rIns="0" bIns="0" rtlCol="0">
            <a:spAutoFit/>
          </a:bodyPr>
          <a:lstStyle/>
          <a:p>
            <a:pPr marL="12700">
              <a:lnSpc>
                <a:spcPct val="150000"/>
              </a:lnSpc>
              <a:spcBef>
                <a:spcPts val="110"/>
              </a:spcBef>
            </a:pPr>
            <a:r>
              <a:rPr lang="en-US" altLang="zh-CN" sz="900" spc="-5" dirty="0">
                <a:solidFill>
                  <a:srgbClr val="948980"/>
                </a:solidFill>
                <a:latin typeface="苹方 常规" panose="020B0300000000000000" pitchFamily="34" charset="-122"/>
                <a:ea typeface="苹方 常规" panose="020B0300000000000000" pitchFamily="34" charset="-122"/>
              </a:rPr>
              <a:t>High Risk Investment Warning: CFDs are a complex instrument with a high risk of rapid loss due to leverage. When trading CFDs with this provider, 67% of retail customers lose money in their books. You should consider whether you understand how CFDs work and whether you can afford to take the high risk of losing all of your invested capital. For more information, please refer to IEXS' Risk Disclosure Notice.</a:t>
            </a:r>
            <a:endParaRPr sz="900" spc="-5" dirty="0">
              <a:solidFill>
                <a:srgbClr val="948980"/>
              </a:solidFill>
              <a:latin typeface="苹方 常规" panose="020B0300000000000000" pitchFamily="34" charset="-122"/>
              <a:ea typeface="苹方 常规" panose="020B0300000000000000" pitchFamily="34" charset="-122"/>
            </a:endParaRPr>
          </a:p>
        </p:txBody>
      </p:sp>
      <p:pic>
        <p:nvPicPr>
          <p:cNvPr id="6" name="图片 5">
            <a:extLst>
              <a:ext uri="{FF2B5EF4-FFF2-40B4-BE49-F238E27FC236}">
                <a16:creationId xmlns:a16="http://schemas.microsoft.com/office/drawing/2014/main" id="{C7005816-7AF3-72E1-8902-318CC3CF533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22570" y="736164"/>
            <a:ext cx="1992303" cy="373294"/>
          </a:xfrm>
          <a:prstGeom prst="rect">
            <a:avLst/>
          </a:prstGeom>
        </p:spPr>
      </p:pic>
    </p:spTree>
    <p:extLst>
      <p:ext uri="{BB962C8B-B14F-4D97-AF65-F5344CB8AC3E}">
        <p14:creationId xmlns:p14="http://schemas.microsoft.com/office/powerpoint/2010/main" val="230131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A683D-BC8B-EAD2-E5C8-F626E07643D4}"/>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277B89C3-2863-96AB-DF38-6D484157CE79}"/>
              </a:ext>
            </a:extLst>
          </p:cNvPr>
          <p:cNvCxnSpPr>
            <a:cxnSpLocks noGrp="1" noRot="1" noMove="1" noResize="1" noEditPoints="1" noAdjustHandles="1" noChangeArrowheads="1" noChangeShapeType="1"/>
          </p:cNvCxnSpPr>
          <p:nvPr/>
        </p:nvCxnSpPr>
        <p:spPr>
          <a:xfrm>
            <a:off x="530605" y="818864"/>
            <a:ext cx="6659581" cy="0"/>
          </a:xfrm>
          <a:prstGeom prst="line">
            <a:avLst/>
          </a:prstGeom>
          <a:ln w="3175">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pic>
        <p:nvPicPr>
          <p:cNvPr id="3" name="图片 2">
            <a:extLst>
              <a:ext uri="{FF2B5EF4-FFF2-40B4-BE49-F238E27FC236}">
                <a16:creationId xmlns:a16="http://schemas.microsoft.com/office/drawing/2014/main" id="{CA5A1041-846B-E875-5E1C-D26B0EC7EC8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867400" y="437660"/>
            <a:ext cx="1374395" cy="257518"/>
          </a:xfrm>
          <a:prstGeom prst="rect">
            <a:avLst/>
          </a:prstGeom>
        </p:spPr>
      </p:pic>
      <p:sp>
        <p:nvSpPr>
          <p:cNvPr id="4" name="object 4">
            <a:extLst>
              <a:ext uri="{FF2B5EF4-FFF2-40B4-BE49-F238E27FC236}">
                <a16:creationId xmlns:a16="http://schemas.microsoft.com/office/drawing/2014/main" id="{3D2FA8F0-BF16-7136-2F06-A0D4D5504B3F}"/>
              </a:ext>
            </a:extLst>
          </p:cNvPr>
          <p:cNvSpPr txBox="1"/>
          <p:nvPr/>
        </p:nvSpPr>
        <p:spPr>
          <a:xfrm>
            <a:off x="411357" y="3267024"/>
            <a:ext cx="6718934" cy="720775"/>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just">
              <a:lnSpc>
                <a:spcPct val="139000"/>
              </a:lnSpc>
              <a:spcBef>
                <a:spcPts val="100"/>
              </a:spcBef>
            </a:pPr>
            <a:r>
              <a:rPr lang="en-US" altLang="zh-CN" sz="850" dirty="0">
                <a:solidFill>
                  <a:srgbClr val="4A443E"/>
                </a:solidFill>
                <a:latin typeface="苹方 常规" panose="020B0300000000000000" pitchFamily="34" charset="-122"/>
                <a:ea typeface="苹方 常规" panose="020B0300000000000000" pitchFamily="34" charset="-122"/>
              </a:rPr>
              <a:t>High Risk Investment Warning: CFDs are complex instruments and come with a high risk of losing money rapidly due to leverage. 68% of retail investor accounts lose money when trading CFDs with this provider. You should consider whether you understand how CFDs work and whether you can afford to take the high risk of losing your money. For more information please refer to IEXS’s Risk Disclosure.</a:t>
            </a:r>
            <a:endParaRPr sz="850" dirty="0">
              <a:solidFill>
                <a:srgbClr val="4A443E"/>
              </a:solidFill>
              <a:latin typeface="苹方 常规" panose="020B0300000000000000" pitchFamily="34" charset="-122"/>
              <a:ea typeface="苹方 常规" panose="020B0300000000000000" pitchFamily="34" charset="-122"/>
            </a:endParaRPr>
          </a:p>
        </p:txBody>
      </p:sp>
      <p:sp>
        <p:nvSpPr>
          <p:cNvPr id="5" name="object 9">
            <a:extLst>
              <a:ext uri="{FF2B5EF4-FFF2-40B4-BE49-F238E27FC236}">
                <a16:creationId xmlns:a16="http://schemas.microsoft.com/office/drawing/2014/main" id="{954ED4D9-59B6-8BAD-3DEA-42848084F40F}"/>
              </a:ext>
            </a:extLst>
          </p:cNvPr>
          <p:cNvSpPr txBox="1"/>
          <p:nvPr/>
        </p:nvSpPr>
        <p:spPr>
          <a:xfrm>
            <a:off x="506289" y="6632813"/>
            <a:ext cx="6767442" cy="2533514"/>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just">
              <a:lnSpc>
                <a:spcPct val="138000"/>
              </a:lnSpc>
              <a:spcBef>
                <a:spcPts val="100"/>
              </a:spcBef>
            </a:pPr>
            <a:r>
              <a:rPr lang="en-US" sz="850" dirty="0">
                <a:solidFill>
                  <a:srgbClr val="4A443E"/>
                </a:solidFill>
                <a:latin typeface="苹方 常规" panose="020B0300000000000000" pitchFamily="34" charset="-122"/>
                <a:ea typeface="苹方 常规" panose="020B0300000000000000" pitchFamily="34" charset="-122"/>
              </a:rPr>
              <a:t>Legal: IEXS LLC is incorporated in St. Vincent &amp; the Grenadines as a Limited Liability Company with the registration number 282 LLC 2020. The objects of the Company are all subject matters not forbidden by Limited Liability Companies Act, Chapter 151 of the Revised Law of Saint Vincent and the Grenadines,2009, in particular but not exclusively all commercial, financial, lending, borrowing, trading, service activities and the participation in other enterprises as well as to provide brokerage, training and managed account services in currencies, commodities, indexes, CFDs and leveraged financial instruments.</a:t>
            </a:r>
          </a:p>
          <a:p>
            <a:pPr marL="12700" marR="5080" algn="just">
              <a:lnSpc>
                <a:spcPct val="138000"/>
              </a:lnSpc>
              <a:spcBef>
                <a:spcPts val="100"/>
              </a:spcBef>
            </a:pPr>
            <a:endParaRPr sz="850" dirty="0">
              <a:solidFill>
                <a:srgbClr val="4A443E"/>
              </a:solidFill>
              <a:latin typeface="苹方 常规" panose="020B0300000000000000" pitchFamily="34" charset="-122"/>
              <a:ea typeface="苹方 常规" panose="020B0300000000000000" pitchFamily="34" charset="-122"/>
            </a:endParaRPr>
          </a:p>
          <a:p>
            <a:pPr marL="12700" marR="6350" indent="-635" algn="just">
              <a:lnSpc>
                <a:spcPct val="138000"/>
              </a:lnSpc>
            </a:pPr>
            <a:r>
              <a:rPr lang="en-US" altLang="zh-CN" sz="850" dirty="0">
                <a:solidFill>
                  <a:srgbClr val="4A443E"/>
                </a:solidFill>
                <a:latin typeface="苹方 常规" panose="020B0300000000000000" pitchFamily="34" charset="-122"/>
                <a:ea typeface="苹方 常规" panose="020B0300000000000000" pitchFamily="34" charset="-122"/>
              </a:rPr>
              <a:t>Disclaimer: The content of this page is for information purposes only and it is not intended as a recommendation or advice. Any indication of past performance or simulated past performance included in advertisements published by IEXS is not a reliable indicator of future results. The customer carries the sole responsibility for all the businesses or investments that are carried out at IEXS.</a:t>
            </a:r>
          </a:p>
          <a:p>
            <a:pPr marL="12700" marR="6350" indent="-635" algn="just">
              <a:lnSpc>
                <a:spcPct val="138000"/>
              </a:lnSpc>
            </a:pPr>
            <a:endParaRPr sz="850" dirty="0">
              <a:solidFill>
                <a:srgbClr val="4A443E"/>
              </a:solidFill>
              <a:latin typeface="苹方 常规" panose="020B0300000000000000" pitchFamily="34" charset="-122"/>
              <a:ea typeface="苹方 常规" panose="020B0300000000000000" pitchFamily="34" charset="-122"/>
            </a:endParaRPr>
          </a:p>
          <a:p>
            <a:pPr marL="12700" marR="78740" algn="just">
              <a:lnSpc>
                <a:spcPct val="138000"/>
              </a:lnSpc>
            </a:pPr>
            <a:r>
              <a:rPr lang="en-US" sz="850" dirty="0">
                <a:solidFill>
                  <a:srgbClr val="4A443E"/>
                </a:solidFill>
                <a:latin typeface="苹方 常规" panose="020B0300000000000000" pitchFamily="34" charset="-122"/>
                <a:ea typeface="苹方 常规" panose="020B0300000000000000" pitchFamily="34" charset="-122"/>
              </a:rPr>
              <a:t>IEXS LLC does not provide services to residents of the United States, Iran, North Korea, Cuba, Iraq, Syria, Taiwan China and Canada. The information on this site is not directed at residents in any country or jurisdiction where such distribution or use would be contrary to local law or regulation.</a:t>
            </a:r>
            <a:endParaRPr sz="850" dirty="0">
              <a:solidFill>
                <a:srgbClr val="4A443E"/>
              </a:solidFill>
              <a:latin typeface="苹方 常规" panose="020B0300000000000000" pitchFamily="34" charset="-122"/>
              <a:ea typeface="苹方 常规" panose="020B0300000000000000" pitchFamily="34" charset="-122"/>
            </a:endParaRPr>
          </a:p>
        </p:txBody>
      </p:sp>
      <p:sp>
        <p:nvSpPr>
          <p:cNvPr id="6" name="object 6">
            <a:extLst>
              <a:ext uri="{FF2B5EF4-FFF2-40B4-BE49-F238E27FC236}">
                <a16:creationId xmlns:a16="http://schemas.microsoft.com/office/drawing/2014/main" id="{09E95EAB-A26B-4A05-BB23-EB9E311CF66B}"/>
              </a:ext>
            </a:extLst>
          </p:cNvPr>
          <p:cNvSpPr txBox="1"/>
          <p:nvPr/>
        </p:nvSpPr>
        <p:spPr>
          <a:xfrm>
            <a:off x="494859" y="5220638"/>
            <a:ext cx="3168650" cy="535211"/>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just">
              <a:lnSpc>
                <a:spcPct val="138000"/>
              </a:lnSpc>
              <a:spcBef>
                <a:spcPts val="100"/>
              </a:spcBef>
              <a:buChar char="●"/>
              <a:tabLst>
                <a:tab pos="109855" algn="l"/>
              </a:tabLst>
            </a:pPr>
            <a:r>
              <a:rPr lang="en-US" altLang="zh-CN" sz="850" dirty="0">
                <a:solidFill>
                  <a:srgbClr val="4A443E"/>
                </a:solidFill>
                <a:latin typeface="苹方 常规" panose="020B0300000000000000" pitchFamily="34" charset="-122"/>
                <a:ea typeface="苹方 常规" panose="020B0300000000000000" pitchFamily="34" charset="-122"/>
              </a:rPr>
              <a:t>IEXS LLC (SV) Registered office address at First St Vincent Bank Ltd Building, James Street, Kingstown, St. Vincent and the Grenadines, and the regulatory number is 282 LLC 2020.</a:t>
            </a:r>
            <a:endParaRPr sz="850" dirty="0">
              <a:solidFill>
                <a:srgbClr val="4A443E"/>
              </a:solidFill>
              <a:latin typeface="苹方 常规" panose="020B0300000000000000" pitchFamily="34" charset="-122"/>
              <a:ea typeface="苹方 常规" panose="020B0300000000000000" pitchFamily="34" charset="-122"/>
            </a:endParaRPr>
          </a:p>
        </p:txBody>
      </p:sp>
      <p:sp>
        <p:nvSpPr>
          <p:cNvPr id="7" name="object 6">
            <a:extLst>
              <a:ext uri="{FF2B5EF4-FFF2-40B4-BE49-F238E27FC236}">
                <a16:creationId xmlns:a16="http://schemas.microsoft.com/office/drawing/2014/main" id="{739990F9-C7AC-2A68-6ED0-E2F59D4189C8}"/>
              </a:ext>
            </a:extLst>
          </p:cNvPr>
          <p:cNvSpPr txBox="1"/>
          <p:nvPr/>
        </p:nvSpPr>
        <p:spPr>
          <a:xfrm>
            <a:off x="494859" y="4114800"/>
            <a:ext cx="3169285" cy="902619"/>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5080" algn="just">
              <a:lnSpc>
                <a:spcPct val="139000"/>
              </a:lnSpc>
              <a:spcBef>
                <a:spcPts val="100"/>
              </a:spcBef>
              <a:buChar char="●"/>
              <a:tabLst>
                <a:tab pos="106045" algn="l"/>
              </a:tabLst>
            </a:pPr>
            <a:r>
              <a:rPr lang="en-US" altLang="zh-CN" sz="850" dirty="0">
                <a:solidFill>
                  <a:srgbClr val="4A443E"/>
                </a:solidFill>
                <a:latin typeface="苹方 常规" panose="020B0300000000000000" pitchFamily="34" charset="-122"/>
                <a:ea typeface="苹方 常规" panose="020B0300000000000000" pitchFamily="34" charset="-122"/>
              </a:rPr>
              <a:t>VIEXS (UK) Professional Clients Only – Vision Integrated Exchange LTD is regulated by the Financial Conduct Authority (FCA) reference number 923324. Jurisdiction of incorporation at United Kingdom and the registered office address is 3 Beeston Place, London, UK, SW1W 0JJ.</a:t>
            </a:r>
            <a:endParaRPr lang="zh-CN" altLang="en-US" sz="850" dirty="0">
              <a:solidFill>
                <a:srgbClr val="4A443E"/>
              </a:solidFill>
              <a:latin typeface="苹方 常规" panose="020B0300000000000000" pitchFamily="34" charset="-122"/>
              <a:ea typeface="苹方 常规" panose="020B0300000000000000" pitchFamily="34" charset="-122"/>
            </a:endParaRPr>
          </a:p>
        </p:txBody>
      </p:sp>
      <p:sp>
        <p:nvSpPr>
          <p:cNvPr id="8" name="object 7">
            <a:extLst>
              <a:ext uri="{FF2B5EF4-FFF2-40B4-BE49-F238E27FC236}">
                <a16:creationId xmlns:a16="http://schemas.microsoft.com/office/drawing/2014/main" id="{616EF5A6-1A42-7A20-4FDB-578E0610C304}"/>
              </a:ext>
            </a:extLst>
          </p:cNvPr>
          <p:cNvSpPr txBox="1"/>
          <p:nvPr/>
        </p:nvSpPr>
        <p:spPr>
          <a:xfrm>
            <a:off x="494859" y="5959067"/>
            <a:ext cx="3275965" cy="588943"/>
          </a:xfrm>
          <a:prstGeom prst="rect">
            <a:avLst/>
          </a:prstGeom>
        </p:spPr>
        <p:txBody>
          <a:bodyPr vert="horz" wrap="square" lIns="0" tIns="62229"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just">
              <a:lnSpc>
                <a:spcPct val="139000"/>
              </a:lnSpc>
              <a:spcBef>
                <a:spcPts val="100"/>
              </a:spcBef>
              <a:buClrTx/>
              <a:buSzTx/>
              <a:buFontTx/>
              <a:buChar char="●"/>
              <a:tabLst>
                <a:tab pos="106045" algn="l"/>
              </a:tabLst>
            </a:pPr>
            <a:r>
              <a:rPr lang="en-US" altLang="zh-CN" sz="850" dirty="0">
                <a:solidFill>
                  <a:srgbClr val="4A443E"/>
                </a:solidFill>
                <a:latin typeface="苹方 常规" panose="020B0300000000000000" pitchFamily="34" charset="-122"/>
                <a:ea typeface="苹方 常规" panose="020B0300000000000000" pitchFamily="34" charset="-122"/>
              </a:rPr>
              <a:t>IEXS GLOBAL LTD (BAH) is authorized and regulated by the Securities Commission of the Bahamas (SCB), with regulatory Number: SIA-F257.</a:t>
            </a:r>
            <a:endParaRPr lang="en-US" sz="850" dirty="0">
              <a:solidFill>
                <a:srgbClr val="4A443E"/>
              </a:solidFill>
              <a:latin typeface="苹方 常规" panose="020B0300000000000000" pitchFamily="34" charset="-122"/>
              <a:ea typeface="苹方 常规" panose="020B0300000000000000" pitchFamily="34" charset="-122"/>
            </a:endParaRPr>
          </a:p>
        </p:txBody>
      </p:sp>
      <p:sp>
        <p:nvSpPr>
          <p:cNvPr id="9" name="object 6">
            <a:extLst>
              <a:ext uri="{FF2B5EF4-FFF2-40B4-BE49-F238E27FC236}">
                <a16:creationId xmlns:a16="http://schemas.microsoft.com/office/drawing/2014/main" id="{8FDE17BB-0274-E3B2-DE94-8EF0C5EA41F3}"/>
              </a:ext>
            </a:extLst>
          </p:cNvPr>
          <p:cNvSpPr txBox="1"/>
          <p:nvPr/>
        </p:nvSpPr>
        <p:spPr>
          <a:xfrm>
            <a:off x="3884804" y="4114800"/>
            <a:ext cx="3169285" cy="538865"/>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5080" algn="just">
              <a:lnSpc>
                <a:spcPct val="139000"/>
              </a:lnSpc>
              <a:spcBef>
                <a:spcPts val="100"/>
              </a:spcBef>
              <a:buChar char="●"/>
              <a:tabLst>
                <a:tab pos="106045" algn="l"/>
              </a:tabLst>
            </a:pPr>
            <a:r>
              <a:rPr lang="en-US" altLang="zh-CN" sz="850" dirty="0">
                <a:solidFill>
                  <a:srgbClr val="4A443E"/>
                </a:solidFill>
                <a:latin typeface="苹方 常规" panose="020B0300000000000000" pitchFamily="34" charset="-122"/>
                <a:ea typeface="苹方 常规" panose="020B0300000000000000" pitchFamily="34" charset="-122"/>
              </a:rPr>
              <a:t>IEXS MARKETS PTY LTD (AUS) is authorized and regulated by Australian Securities and Investments Commission(ASIC), License Number: 541328.</a:t>
            </a:r>
            <a:endParaRPr lang="zh-CN" altLang="en-US" sz="850" dirty="0">
              <a:solidFill>
                <a:srgbClr val="4A443E"/>
              </a:solidFill>
              <a:latin typeface="苹方 常规" panose="020B0300000000000000" pitchFamily="34" charset="-122"/>
              <a:ea typeface="苹方 常规" panose="020B0300000000000000" pitchFamily="34" charset="-122"/>
            </a:endParaRPr>
          </a:p>
        </p:txBody>
      </p:sp>
      <p:sp>
        <p:nvSpPr>
          <p:cNvPr id="10" name="object 6">
            <a:extLst>
              <a:ext uri="{FF2B5EF4-FFF2-40B4-BE49-F238E27FC236}">
                <a16:creationId xmlns:a16="http://schemas.microsoft.com/office/drawing/2014/main" id="{B3AD1089-AA1B-40B8-F2D6-D97E3584B50C}"/>
              </a:ext>
            </a:extLst>
          </p:cNvPr>
          <p:cNvSpPr txBox="1"/>
          <p:nvPr/>
        </p:nvSpPr>
        <p:spPr>
          <a:xfrm>
            <a:off x="3884804" y="5220638"/>
            <a:ext cx="3169285" cy="538865"/>
          </a:xfrm>
          <a:prstGeom prst="rect">
            <a:avLst/>
          </a:prstGeom>
        </p:spPr>
        <p:txBody>
          <a:bodyPr vert="horz" wrap="square" lIns="0" tIns="12700" rIns="0" bIns="0"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5080" algn="just">
              <a:lnSpc>
                <a:spcPct val="139000"/>
              </a:lnSpc>
              <a:spcBef>
                <a:spcPts val="100"/>
              </a:spcBef>
              <a:buChar char="●"/>
              <a:tabLst>
                <a:tab pos="106045" algn="l"/>
              </a:tabLst>
            </a:pPr>
            <a:r>
              <a:rPr lang="en-US" altLang="zh-CN" sz="850" dirty="0">
                <a:solidFill>
                  <a:srgbClr val="4A443E"/>
                </a:solidFill>
                <a:latin typeface="苹方 常规" panose="020B0300000000000000" pitchFamily="34" charset="-122"/>
                <a:ea typeface="苹方 常规" panose="020B0300000000000000" pitchFamily="34" charset="-122"/>
              </a:rPr>
              <a:t>IEXS GROUP LTD (BVI) According to BVI Business Companies Act , </a:t>
            </a:r>
            <a:r>
              <a:rPr lang="en-US" altLang="zh-CN" sz="850" dirty="0" err="1">
                <a:solidFill>
                  <a:srgbClr val="4A443E"/>
                </a:solidFill>
                <a:latin typeface="苹方 常规" panose="020B0300000000000000" pitchFamily="34" charset="-122"/>
                <a:ea typeface="苹方 常规" panose="020B0300000000000000" pitchFamily="34" charset="-122"/>
              </a:rPr>
              <a:t>Intershore</a:t>
            </a:r>
            <a:r>
              <a:rPr lang="en-US" altLang="zh-CN" sz="850" dirty="0">
                <a:solidFill>
                  <a:srgbClr val="4A443E"/>
                </a:solidFill>
                <a:latin typeface="苹方 常规" panose="020B0300000000000000" pitchFamily="34" charset="-122"/>
                <a:ea typeface="苹方 常规" panose="020B0300000000000000" pitchFamily="34" charset="-122"/>
              </a:rPr>
              <a:t> Chambers, Road  Town, Tortola, British Virgin Islands.</a:t>
            </a:r>
            <a:endParaRPr lang="zh-CN" altLang="en-US" sz="850" dirty="0">
              <a:solidFill>
                <a:srgbClr val="4A443E"/>
              </a:solidFill>
              <a:latin typeface="苹方 常规" panose="020B0300000000000000" pitchFamily="34" charset="-122"/>
              <a:ea typeface="苹方 常规" panose="020B0300000000000000" pitchFamily="34" charset="-122"/>
            </a:endParaRPr>
          </a:p>
        </p:txBody>
      </p:sp>
    </p:spTree>
    <p:extLst>
      <p:ext uri="{BB962C8B-B14F-4D97-AF65-F5344CB8AC3E}">
        <p14:creationId xmlns:p14="http://schemas.microsoft.com/office/powerpoint/2010/main" val="220288601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1288</Words>
  <Application>Microsoft Office PowerPoint</Application>
  <PresentationFormat>自定义</PresentationFormat>
  <Paragraphs>44</Paragraphs>
  <Slides>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等线</vt:lpstr>
      <vt:lpstr>等线 Light</vt:lpstr>
      <vt:lpstr>苹方 常规</vt:lpstr>
      <vt:lpstr>Arial</vt:lpstr>
      <vt:lpstr>Symbol</vt:lpstr>
      <vt:lpstr>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tiger tt</dc:creator>
  <cp:lastModifiedBy>Ying Chen</cp:lastModifiedBy>
  <cp:revision>2</cp:revision>
  <dcterms:created xsi:type="dcterms:W3CDTF">2025-09-03T01:54:29Z</dcterms:created>
  <dcterms:modified xsi:type="dcterms:W3CDTF">2026-05-11T07:40:52Z</dcterms:modified>
</cp:coreProperties>
</file>